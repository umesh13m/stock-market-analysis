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69" r:id="rId12"/>
    <p:sldId id="270" r:id="rId13"/>
    <p:sldId id="271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04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235E9E6-CD51-4CE9-B634-5B7C232EAF8B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97AA96A1-1595-4D92-8243-C471A1B5DA8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Objective: To analyze stock trends, calculate volatility, and create an interactive dashboard.</a:t>
          </a:r>
        </a:p>
      </dgm:t>
    </dgm:pt>
    <dgm:pt modelId="{2848AB0E-3547-4684-9D59-21F932E3B5A5}" type="parTrans" cxnId="{F978BE46-3CD0-463F-A141-0A57D181A193}">
      <dgm:prSet/>
      <dgm:spPr/>
      <dgm:t>
        <a:bodyPr/>
        <a:lstStyle/>
        <a:p>
          <a:endParaRPr lang="en-US"/>
        </a:p>
      </dgm:t>
    </dgm:pt>
    <dgm:pt modelId="{6946188D-BE7C-4079-954E-3C0A8E37FE2E}" type="sibTrans" cxnId="{F978BE46-3CD0-463F-A141-0A57D181A19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05BE730-1B3C-4D42-9B48-15027B1E179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Technologies Used:</a:t>
          </a:r>
        </a:p>
      </dgm:t>
    </dgm:pt>
    <dgm:pt modelId="{F2CAD839-A801-4728-A92F-C0FD914A694F}" type="parTrans" cxnId="{337F4167-1F81-410D-9589-19AA9F200A96}">
      <dgm:prSet/>
      <dgm:spPr/>
      <dgm:t>
        <a:bodyPr/>
        <a:lstStyle/>
        <a:p>
          <a:endParaRPr lang="en-US"/>
        </a:p>
      </dgm:t>
    </dgm:pt>
    <dgm:pt modelId="{7251680E-A014-476A-80AF-84C3EF6D1C6B}" type="sibTrans" cxnId="{337F4167-1F81-410D-9589-19AA9F200A9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E1576EA-E3BB-4589-BB25-6BBDFFF5AA8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Power BI for Data Visualization</a:t>
          </a:r>
        </a:p>
      </dgm:t>
    </dgm:pt>
    <dgm:pt modelId="{BA5620ED-BAA5-4249-AF4B-90970FD86EA8}" type="parTrans" cxnId="{E6B95F62-B0C8-4977-BB4B-B31B4E519710}">
      <dgm:prSet/>
      <dgm:spPr/>
      <dgm:t>
        <a:bodyPr/>
        <a:lstStyle/>
        <a:p>
          <a:endParaRPr lang="en-US"/>
        </a:p>
      </dgm:t>
    </dgm:pt>
    <dgm:pt modelId="{7717E871-FAD3-407F-B385-9C20A7B6FFCD}" type="sibTrans" cxnId="{E6B95F62-B0C8-4977-BB4B-B31B4E51971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9088BAF-ECC0-40A8-B94B-A817A978875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Python API (Optional, for fetching data)</a:t>
          </a:r>
        </a:p>
      </dgm:t>
    </dgm:pt>
    <dgm:pt modelId="{1A387A84-9F68-4A08-9D7F-D60459AA0D19}" type="parTrans" cxnId="{CECEF395-7947-4C27-994E-C6EBC94FEF9A}">
      <dgm:prSet/>
      <dgm:spPr/>
      <dgm:t>
        <a:bodyPr/>
        <a:lstStyle/>
        <a:p>
          <a:endParaRPr lang="en-US"/>
        </a:p>
      </dgm:t>
    </dgm:pt>
    <dgm:pt modelId="{925F9325-3C61-42F6-BDCE-DB1E780B127F}" type="sibTrans" cxnId="{CECEF395-7947-4C27-994E-C6EBC94FEF9A}">
      <dgm:prSet/>
      <dgm:spPr/>
      <dgm:t>
        <a:bodyPr/>
        <a:lstStyle/>
        <a:p>
          <a:endParaRPr lang="en-US"/>
        </a:p>
      </dgm:t>
    </dgm:pt>
    <dgm:pt modelId="{422FD6BA-B8A5-4A61-A428-9CFE0812145C}" type="pres">
      <dgm:prSet presAssocID="{0235E9E6-CD51-4CE9-B634-5B7C232EAF8B}" presName="root" presStyleCnt="0">
        <dgm:presLayoutVars>
          <dgm:dir/>
          <dgm:resizeHandles val="exact"/>
        </dgm:presLayoutVars>
      </dgm:prSet>
      <dgm:spPr/>
    </dgm:pt>
    <dgm:pt modelId="{98C6C655-9617-41A2-B42B-60AE3BF4703B}" type="pres">
      <dgm:prSet presAssocID="{0235E9E6-CD51-4CE9-B634-5B7C232EAF8B}" presName="container" presStyleCnt="0">
        <dgm:presLayoutVars>
          <dgm:dir/>
          <dgm:resizeHandles val="exact"/>
        </dgm:presLayoutVars>
      </dgm:prSet>
      <dgm:spPr/>
    </dgm:pt>
    <dgm:pt modelId="{18AA24AF-C156-4EF6-B790-2C48341163E3}" type="pres">
      <dgm:prSet presAssocID="{97AA96A1-1595-4D92-8243-C471A1B5DA86}" presName="compNode" presStyleCnt="0"/>
      <dgm:spPr/>
    </dgm:pt>
    <dgm:pt modelId="{B531F2A8-7B1B-4106-8F20-D9320F6CCFED}" type="pres">
      <dgm:prSet presAssocID="{97AA96A1-1595-4D92-8243-C471A1B5DA86}" presName="iconBgRect" presStyleLbl="bgShp" presStyleIdx="0" presStyleCnt="4"/>
      <dgm:spPr/>
    </dgm:pt>
    <dgm:pt modelId="{B983C96A-C605-405C-80A5-29EFCDF783DD}" type="pres">
      <dgm:prSet presAssocID="{97AA96A1-1595-4D92-8243-C471A1B5DA8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6FA22D44-0204-4C33-931B-D43A24E01573}" type="pres">
      <dgm:prSet presAssocID="{97AA96A1-1595-4D92-8243-C471A1B5DA86}" presName="spaceRect" presStyleCnt="0"/>
      <dgm:spPr/>
    </dgm:pt>
    <dgm:pt modelId="{93D89D43-1B6C-4D8B-A090-F62109EC8735}" type="pres">
      <dgm:prSet presAssocID="{97AA96A1-1595-4D92-8243-C471A1B5DA86}" presName="textRect" presStyleLbl="revTx" presStyleIdx="0" presStyleCnt="4">
        <dgm:presLayoutVars>
          <dgm:chMax val="1"/>
          <dgm:chPref val="1"/>
        </dgm:presLayoutVars>
      </dgm:prSet>
      <dgm:spPr/>
    </dgm:pt>
    <dgm:pt modelId="{68A97720-8F6D-4471-A6E9-98841E41B24B}" type="pres">
      <dgm:prSet presAssocID="{6946188D-BE7C-4079-954E-3C0A8E37FE2E}" presName="sibTrans" presStyleLbl="sibTrans2D1" presStyleIdx="0" presStyleCnt="0"/>
      <dgm:spPr/>
    </dgm:pt>
    <dgm:pt modelId="{A72CB282-D85E-4523-B17E-BD13B4759BA2}" type="pres">
      <dgm:prSet presAssocID="{E05BE730-1B3C-4D42-9B48-15027B1E1794}" presName="compNode" presStyleCnt="0"/>
      <dgm:spPr/>
    </dgm:pt>
    <dgm:pt modelId="{197C6642-E1C3-44A8-BD77-9FDD7E4C1DFA}" type="pres">
      <dgm:prSet presAssocID="{E05BE730-1B3C-4D42-9B48-15027B1E1794}" presName="iconBgRect" presStyleLbl="bgShp" presStyleIdx="1" presStyleCnt="4"/>
      <dgm:spPr/>
    </dgm:pt>
    <dgm:pt modelId="{F359EFA9-D148-4A4E-969E-FAE78F7B9953}" type="pres">
      <dgm:prSet presAssocID="{E05BE730-1B3C-4D42-9B48-15027B1E179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583CACAE-8DCE-496C-A578-60914A739040}" type="pres">
      <dgm:prSet presAssocID="{E05BE730-1B3C-4D42-9B48-15027B1E1794}" presName="spaceRect" presStyleCnt="0"/>
      <dgm:spPr/>
    </dgm:pt>
    <dgm:pt modelId="{4C1959FA-EAF1-4614-8EE4-65BD6385BEC9}" type="pres">
      <dgm:prSet presAssocID="{E05BE730-1B3C-4D42-9B48-15027B1E1794}" presName="textRect" presStyleLbl="revTx" presStyleIdx="1" presStyleCnt="4">
        <dgm:presLayoutVars>
          <dgm:chMax val="1"/>
          <dgm:chPref val="1"/>
        </dgm:presLayoutVars>
      </dgm:prSet>
      <dgm:spPr/>
    </dgm:pt>
    <dgm:pt modelId="{C24A9A10-BC23-4768-94C4-A99CC824C732}" type="pres">
      <dgm:prSet presAssocID="{7251680E-A014-476A-80AF-84C3EF6D1C6B}" presName="sibTrans" presStyleLbl="sibTrans2D1" presStyleIdx="0" presStyleCnt="0"/>
      <dgm:spPr/>
    </dgm:pt>
    <dgm:pt modelId="{18A4149F-2A26-478F-A2DB-70FB3FD3D0BF}" type="pres">
      <dgm:prSet presAssocID="{0E1576EA-E3BB-4589-BB25-6BBDFFF5AA80}" presName="compNode" presStyleCnt="0"/>
      <dgm:spPr/>
    </dgm:pt>
    <dgm:pt modelId="{32F1D08B-DFAE-485D-B4D2-1BFFCF4B8C69}" type="pres">
      <dgm:prSet presAssocID="{0E1576EA-E3BB-4589-BB25-6BBDFFF5AA80}" presName="iconBgRect" presStyleLbl="bgShp" presStyleIdx="2" presStyleCnt="4"/>
      <dgm:spPr/>
    </dgm:pt>
    <dgm:pt modelId="{2950CBF9-9862-492B-BBC0-92B8785FC058}" type="pres">
      <dgm:prSet presAssocID="{0E1576EA-E3BB-4589-BB25-6BBDFFF5AA8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321801F9-179B-4C27-B667-6143A60EF32D}" type="pres">
      <dgm:prSet presAssocID="{0E1576EA-E3BB-4589-BB25-6BBDFFF5AA80}" presName="spaceRect" presStyleCnt="0"/>
      <dgm:spPr/>
    </dgm:pt>
    <dgm:pt modelId="{65848256-CF09-4775-BD97-E06C5531E5C1}" type="pres">
      <dgm:prSet presAssocID="{0E1576EA-E3BB-4589-BB25-6BBDFFF5AA80}" presName="textRect" presStyleLbl="revTx" presStyleIdx="2" presStyleCnt="4">
        <dgm:presLayoutVars>
          <dgm:chMax val="1"/>
          <dgm:chPref val="1"/>
        </dgm:presLayoutVars>
      </dgm:prSet>
      <dgm:spPr/>
    </dgm:pt>
    <dgm:pt modelId="{49650259-AC49-44A7-A8AB-5DD08A341AB3}" type="pres">
      <dgm:prSet presAssocID="{7717E871-FAD3-407F-B385-9C20A7B6FFCD}" presName="sibTrans" presStyleLbl="sibTrans2D1" presStyleIdx="0" presStyleCnt="0"/>
      <dgm:spPr/>
    </dgm:pt>
    <dgm:pt modelId="{442A222A-B06F-4AA9-BC93-21A29740ED54}" type="pres">
      <dgm:prSet presAssocID="{B9088BAF-ECC0-40A8-B94B-A817A9788757}" presName="compNode" presStyleCnt="0"/>
      <dgm:spPr/>
    </dgm:pt>
    <dgm:pt modelId="{EE26C739-114A-4930-9C93-757E64A25D4F}" type="pres">
      <dgm:prSet presAssocID="{B9088BAF-ECC0-40A8-B94B-A817A9788757}" presName="iconBgRect" presStyleLbl="bgShp" presStyleIdx="3" presStyleCnt="4"/>
      <dgm:spPr/>
    </dgm:pt>
    <dgm:pt modelId="{BF104D18-F761-4D4D-9A3A-B0367CAA2C00}" type="pres">
      <dgm:prSet presAssocID="{B9088BAF-ECC0-40A8-B94B-A817A978875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A83AE07-BDEC-4E28-9033-44872F2D99F3}" type="pres">
      <dgm:prSet presAssocID="{B9088BAF-ECC0-40A8-B94B-A817A9788757}" presName="spaceRect" presStyleCnt="0"/>
      <dgm:spPr/>
    </dgm:pt>
    <dgm:pt modelId="{E22578D7-05E1-442D-AB60-1283D252D945}" type="pres">
      <dgm:prSet presAssocID="{B9088BAF-ECC0-40A8-B94B-A817A978875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DDCF704-0654-4190-9B17-985418AD2F96}" type="presOf" srcId="{97AA96A1-1595-4D92-8243-C471A1B5DA86}" destId="{93D89D43-1B6C-4D8B-A090-F62109EC8735}" srcOrd="0" destOrd="0" presId="urn:microsoft.com/office/officeart/2018/2/layout/IconCircleList"/>
    <dgm:cxn modelId="{9F02A21C-FC72-498E-8FB4-E8F0A2A28D2B}" type="presOf" srcId="{7717E871-FAD3-407F-B385-9C20A7B6FFCD}" destId="{49650259-AC49-44A7-A8AB-5DD08A341AB3}" srcOrd="0" destOrd="0" presId="urn:microsoft.com/office/officeart/2018/2/layout/IconCircleList"/>
    <dgm:cxn modelId="{E6B95F62-B0C8-4977-BB4B-B31B4E519710}" srcId="{0235E9E6-CD51-4CE9-B634-5B7C232EAF8B}" destId="{0E1576EA-E3BB-4589-BB25-6BBDFFF5AA80}" srcOrd="2" destOrd="0" parTransId="{BA5620ED-BAA5-4249-AF4B-90970FD86EA8}" sibTransId="{7717E871-FAD3-407F-B385-9C20A7B6FFCD}"/>
    <dgm:cxn modelId="{F978BE46-3CD0-463F-A141-0A57D181A193}" srcId="{0235E9E6-CD51-4CE9-B634-5B7C232EAF8B}" destId="{97AA96A1-1595-4D92-8243-C471A1B5DA86}" srcOrd="0" destOrd="0" parTransId="{2848AB0E-3547-4684-9D59-21F932E3B5A5}" sibTransId="{6946188D-BE7C-4079-954E-3C0A8E37FE2E}"/>
    <dgm:cxn modelId="{337F4167-1F81-410D-9589-19AA9F200A96}" srcId="{0235E9E6-CD51-4CE9-B634-5B7C232EAF8B}" destId="{E05BE730-1B3C-4D42-9B48-15027B1E1794}" srcOrd="1" destOrd="0" parTransId="{F2CAD839-A801-4728-A92F-C0FD914A694F}" sibTransId="{7251680E-A014-476A-80AF-84C3EF6D1C6B}"/>
    <dgm:cxn modelId="{318C1658-70FD-40E2-8694-A14E76AE6E90}" type="presOf" srcId="{0235E9E6-CD51-4CE9-B634-5B7C232EAF8B}" destId="{422FD6BA-B8A5-4A61-A428-9CFE0812145C}" srcOrd="0" destOrd="0" presId="urn:microsoft.com/office/officeart/2018/2/layout/IconCircleList"/>
    <dgm:cxn modelId="{E261628D-D753-41F9-B223-345622CB6BD8}" type="presOf" srcId="{7251680E-A014-476A-80AF-84C3EF6D1C6B}" destId="{C24A9A10-BC23-4768-94C4-A99CC824C732}" srcOrd="0" destOrd="0" presId="urn:microsoft.com/office/officeart/2018/2/layout/IconCircleList"/>
    <dgm:cxn modelId="{CECEF395-7947-4C27-994E-C6EBC94FEF9A}" srcId="{0235E9E6-CD51-4CE9-B634-5B7C232EAF8B}" destId="{B9088BAF-ECC0-40A8-B94B-A817A9788757}" srcOrd="3" destOrd="0" parTransId="{1A387A84-9F68-4A08-9D7F-D60459AA0D19}" sibTransId="{925F9325-3C61-42F6-BDCE-DB1E780B127F}"/>
    <dgm:cxn modelId="{60EE04BE-EFCB-49E9-B9CE-AF6E3E9E4C92}" type="presOf" srcId="{0E1576EA-E3BB-4589-BB25-6BBDFFF5AA80}" destId="{65848256-CF09-4775-BD97-E06C5531E5C1}" srcOrd="0" destOrd="0" presId="urn:microsoft.com/office/officeart/2018/2/layout/IconCircleList"/>
    <dgm:cxn modelId="{E66DDECA-A88D-4765-A3BE-4315DAACCFF9}" type="presOf" srcId="{6946188D-BE7C-4079-954E-3C0A8E37FE2E}" destId="{68A97720-8F6D-4471-A6E9-98841E41B24B}" srcOrd="0" destOrd="0" presId="urn:microsoft.com/office/officeart/2018/2/layout/IconCircleList"/>
    <dgm:cxn modelId="{B6E3A5E6-9C41-43C8-9A7D-8B3AD407862C}" type="presOf" srcId="{B9088BAF-ECC0-40A8-B94B-A817A9788757}" destId="{E22578D7-05E1-442D-AB60-1283D252D945}" srcOrd="0" destOrd="0" presId="urn:microsoft.com/office/officeart/2018/2/layout/IconCircleList"/>
    <dgm:cxn modelId="{E48DD3F8-119B-4FD6-B803-EB9171ADB7B4}" type="presOf" srcId="{E05BE730-1B3C-4D42-9B48-15027B1E1794}" destId="{4C1959FA-EAF1-4614-8EE4-65BD6385BEC9}" srcOrd="0" destOrd="0" presId="urn:microsoft.com/office/officeart/2018/2/layout/IconCircleList"/>
    <dgm:cxn modelId="{0DE35BDC-FD7A-470A-8ED6-63CEF1DB5BA8}" type="presParOf" srcId="{422FD6BA-B8A5-4A61-A428-9CFE0812145C}" destId="{98C6C655-9617-41A2-B42B-60AE3BF4703B}" srcOrd="0" destOrd="0" presId="urn:microsoft.com/office/officeart/2018/2/layout/IconCircleList"/>
    <dgm:cxn modelId="{0E8C2BF3-5587-428C-9B8B-385E8362A7B3}" type="presParOf" srcId="{98C6C655-9617-41A2-B42B-60AE3BF4703B}" destId="{18AA24AF-C156-4EF6-B790-2C48341163E3}" srcOrd="0" destOrd="0" presId="urn:microsoft.com/office/officeart/2018/2/layout/IconCircleList"/>
    <dgm:cxn modelId="{ADFFC61A-CFAF-407B-83A0-314579658B09}" type="presParOf" srcId="{18AA24AF-C156-4EF6-B790-2C48341163E3}" destId="{B531F2A8-7B1B-4106-8F20-D9320F6CCFED}" srcOrd="0" destOrd="0" presId="urn:microsoft.com/office/officeart/2018/2/layout/IconCircleList"/>
    <dgm:cxn modelId="{804954D7-A903-4AC3-BD1E-3972209264F1}" type="presParOf" srcId="{18AA24AF-C156-4EF6-B790-2C48341163E3}" destId="{B983C96A-C605-405C-80A5-29EFCDF783DD}" srcOrd="1" destOrd="0" presId="urn:microsoft.com/office/officeart/2018/2/layout/IconCircleList"/>
    <dgm:cxn modelId="{DC0AD8D6-4D74-4CA6-96A9-09F0D619AEA8}" type="presParOf" srcId="{18AA24AF-C156-4EF6-B790-2C48341163E3}" destId="{6FA22D44-0204-4C33-931B-D43A24E01573}" srcOrd="2" destOrd="0" presId="urn:microsoft.com/office/officeart/2018/2/layout/IconCircleList"/>
    <dgm:cxn modelId="{4815170C-59FC-4C82-B5CE-97D15BDD3D88}" type="presParOf" srcId="{18AA24AF-C156-4EF6-B790-2C48341163E3}" destId="{93D89D43-1B6C-4D8B-A090-F62109EC8735}" srcOrd="3" destOrd="0" presId="urn:microsoft.com/office/officeart/2018/2/layout/IconCircleList"/>
    <dgm:cxn modelId="{0F143666-D99C-4540-BB34-03CD0B5A206A}" type="presParOf" srcId="{98C6C655-9617-41A2-B42B-60AE3BF4703B}" destId="{68A97720-8F6D-4471-A6E9-98841E41B24B}" srcOrd="1" destOrd="0" presId="urn:microsoft.com/office/officeart/2018/2/layout/IconCircleList"/>
    <dgm:cxn modelId="{1CEBBD3E-920A-4F76-9934-DEC44F31048A}" type="presParOf" srcId="{98C6C655-9617-41A2-B42B-60AE3BF4703B}" destId="{A72CB282-D85E-4523-B17E-BD13B4759BA2}" srcOrd="2" destOrd="0" presId="urn:microsoft.com/office/officeart/2018/2/layout/IconCircleList"/>
    <dgm:cxn modelId="{4271B938-9615-44DC-A429-B612E7007BCF}" type="presParOf" srcId="{A72CB282-D85E-4523-B17E-BD13B4759BA2}" destId="{197C6642-E1C3-44A8-BD77-9FDD7E4C1DFA}" srcOrd="0" destOrd="0" presId="urn:microsoft.com/office/officeart/2018/2/layout/IconCircleList"/>
    <dgm:cxn modelId="{C830A1A2-33DD-47D4-8564-8D57AB8E39B2}" type="presParOf" srcId="{A72CB282-D85E-4523-B17E-BD13B4759BA2}" destId="{F359EFA9-D148-4A4E-969E-FAE78F7B9953}" srcOrd="1" destOrd="0" presId="urn:microsoft.com/office/officeart/2018/2/layout/IconCircleList"/>
    <dgm:cxn modelId="{6E532BFD-527F-4D3A-87F1-9C1F049993AD}" type="presParOf" srcId="{A72CB282-D85E-4523-B17E-BD13B4759BA2}" destId="{583CACAE-8DCE-496C-A578-60914A739040}" srcOrd="2" destOrd="0" presId="urn:microsoft.com/office/officeart/2018/2/layout/IconCircleList"/>
    <dgm:cxn modelId="{AFAA4FDF-ACBF-42CE-A8F7-A769F49F5BEE}" type="presParOf" srcId="{A72CB282-D85E-4523-B17E-BD13B4759BA2}" destId="{4C1959FA-EAF1-4614-8EE4-65BD6385BEC9}" srcOrd="3" destOrd="0" presId="urn:microsoft.com/office/officeart/2018/2/layout/IconCircleList"/>
    <dgm:cxn modelId="{18E73421-8ABE-41B6-BD53-5D047FF6CBF0}" type="presParOf" srcId="{98C6C655-9617-41A2-B42B-60AE3BF4703B}" destId="{C24A9A10-BC23-4768-94C4-A99CC824C732}" srcOrd="3" destOrd="0" presId="urn:microsoft.com/office/officeart/2018/2/layout/IconCircleList"/>
    <dgm:cxn modelId="{085240A0-0537-4900-BA21-12570F4818D0}" type="presParOf" srcId="{98C6C655-9617-41A2-B42B-60AE3BF4703B}" destId="{18A4149F-2A26-478F-A2DB-70FB3FD3D0BF}" srcOrd="4" destOrd="0" presId="urn:microsoft.com/office/officeart/2018/2/layout/IconCircleList"/>
    <dgm:cxn modelId="{2ECA6E95-A326-4D83-AFC7-57ACE596482B}" type="presParOf" srcId="{18A4149F-2A26-478F-A2DB-70FB3FD3D0BF}" destId="{32F1D08B-DFAE-485D-B4D2-1BFFCF4B8C69}" srcOrd="0" destOrd="0" presId="urn:microsoft.com/office/officeart/2018/2/layout/IconCircleList"/>
    <dgm:cxn modelId="{A0441446-B16F-43D5-9A9E-84A58A6DCC6B}" type="presParOf" srcId="{18A4149F-2A26-478F-A2DB-70FB3FD3D0BF}" destId="{2950CBF9-9862-492B-BBC0-92B8785FC058}" srcOrd="1" destOrd="0" presId="urn:microsoft.com/office/officeart/2018/2/layout/IconCircleList"/>
    <dgm:cxn modelId="{0B6D083D-5AD8-4462-9AA0-61E5214B2833}" type="presParOf" srcId="{18A4149F-2A26-478F-A2DB-70FB3FD3D0BF}" destId="{321801F9-179B-4C27-B667-6143A60EF32D}" srcOrd="2" destOrd="0" presId="urn:microsoft.com/office/officeart/2018/2/layout/IconCircleList"/>
    <dgm:cxn modelId="{A3FF5782-2301-486C-8922-77835F51B51E}" type="presParOf" srcId="{18A4149F-2A26-478F-A2DB-70FB3FD3D0BF}" destId="{65848256-CF09-4775-BD97-E06C5531E5C1}" srcOrd="3" destOrd="0" presId="urn:microsoft.com/office/officeart/2018/2/layout/IconCircleList"/>
    <dgm:cxn modelId="{C75169F5-FBE3-42C3-8FC9-4E6AF71BB98C}" type="presParOf" srcId="{98C6C655-9617-41A2-B42B-60AE3BF4703B}" destId="{49650259-AC49-44A7-A8AB-5DD08A341AB3}" srcOrd="5" destOrd="0" presId="urn:microsoft.com/office/officeart/2018/2/layout/IconCircleList"/>
    <dgm:cxn modelId="{4DED9D7A-FD11-4B03-8EE6-2AB8693FCAF7}" type="presParOf" srcId="{98C6C655-9617-41A2-B42B-60AE3BF4703B}" destId="{442A222A-B06F-4AA9-BC93-21A29740ED54}" srcOrd="6" destOrd="0" presId="urn:microsoft.com/office/officeart/2018/2/layout/IconCircleList"/>
    <dgm:cxn modelId="{7DB79D38-BF8E-47EC-B03B-C3B32FF2C8AA}" type="presParOf" srcId="{442A222A-B06F-4AA9-BC93-21A29740ED54}" destId="{EE26C739-114A-4930-9C93-757E64A25D4F}" srcOrd="0" destOrd="0" presId="urn:microsoft.com/office/officeart/2018/2/layout/IconCircleList"/>
    <dgm:cxn modelId="{5D6F3BAA-29B5-47E2-A804-6FFE733BE217}" type="presParOf" srcId="{442A222A-B06F-4AA9-BC93-21A29740ED54}" destId="{BF104D18-F761-4D4D-9A3A-B0367CAA2C00}" srcOrd="1" destOrd="0" presId="urn:microsoft.com/office/officeart/2018/2/layout/IconCircleList"/>
    <dgm:cxn modelId="{868DB33C-F98A-4EC9-BCC2-DBE31BFB56EF}" type="presParOf" srcId="{442A222A-B06F-4AA9-BC93-21A29740ED54}" destId="{7A83AE07-BDEC-4E28-9033-44872F2D99F3}" srcOrd="2" destOrd="0" presId="urn:microsoft.com/office/officeart/2018/2/layout/IconCircleList"/>
    <dgm:cxn modelId="{8FAE35CE-0858-4805-8EC2-7A16EAB9BAB0}" type="presParOf" srcId="{442A222A-B06F-4AA9-BC93-21A29740ED54}" destId="{E22578D7-05E1-442D-AB60-1283D252D94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58348F9-C9C2-4D1F-9CC6-97B8661A140F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97000B81-542B-41C3-AC52-20EFDA10726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Highest Dividend Stock</a:t>
          </a:r>
        </a:p>
      </dgm:t>
    </dgm:pt>
    <dgm:pt modelId="{F5A178A1-CBFB-4EBA-82A3-FE175741BAD9}" type="parTrans" cxnId="{5B75339F-520E-4D6B-AC37-89CD9DC16668}">
      <dgm:prSet/>
      <dgm:spPr/>
      <dgm:t>
        <a:bodyPr/>
        <a:lstStyle/>
        <a:p>
          <a:endParaRPr lang="en-US"/>
        </a:p>
      </dgm:t>
    </dgm:pt>
    <dgm:pt modelId="{A4B56504-246D-4201-8B8C-8F808E98E4B8}" type="sibTrans" cxnId="{5B75339F-520E-4D6B-AC37-89CD9DC1666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E1CD213-276F-448C-B062-9CB7BF2FB15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Most Volatile Stock</a:t>
          </a:r>
        </a:p>
      </dgm:t>
    </dgm:pt>
    <dgm:pt modelId="{CA064DAE-4F9F-4981-8F6D-299CAAD5AAD4}" type="parTrans" cxnId="{748ED44B-A07D-4312-A0F0-DED63D626851}">
      <dgm:prSet/>
      <dgm:spPr/>
      <dgm:t>
        <a:bodyPr/>
        <a:lstStyle/>
        <a:p>
          <a:endParaRPr lang="en-US"/>
        </a:p>
      </dgm:t>
    </dgm:pt>
    <dgm:pt modelId="{FCF2D254-8C1C-4185-BEE9-61677B852F69}" type="sibTrans" cxnId="{748ED44B-A07D-4312-A0F0-DED63D62685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F975B6C-65DB-424F-B5B7-079B43E9C77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Stock-wise Average Daily Trading Volume</a:t>
          </a:r>
        </a:p>
      </dgm:t>
    </dgm:pt>
    <dgm:pt modelId="{B8BC65F8-4293-4473-BD20-FDB729290D09}" type="parTrans" cxnId="{DD145A00-6680-4350-8FB4-3801945131BE}">
      <dgm:prSet/>
      <dgm:spPr/>
      <dgm:t>
        <a:bodyPr/>
        <a:lstStyle/>
        <a:p>
          <a:endParaRPr lang="en-US"/>
        </a:p>
      </dgm:t>
    </dgm:pt>
    <dgm:pt modelId="{E62D7010-55A4-4405-B72A-4A711654A501}" type="sibTrans" cxnId="{DD145A00-6680-4350-8FB4-3801945131B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46FF456-E291-4C41-B80F-55A40AAF6D7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Highest &amp; Lowest of 52 Weeks</a:t>
          </a:r>
        </a:p>
      </dgm:t>
    </dgm:pt>
    <dgm:pt modelId="{397DFDC6-3CB1-4EE7-82A0-0B0CCE248EE1}" type="parTrans" cxnId="{15214C21-17DF-49AE-B568-95BB6171605E}">
      <dgm:prSet/>
      <dgm:spPr/>
      <dgm:t>
        <a:bodyPr/>
        <a:lstStyle/>
        <a:p>
          <a:endParaRPr lang="en-US"/>
        </a:p>
      </dgm:t>
    </dgm:pt>
    <dgm:pt modelId="{439FF1D2-4F3A-4E46-BA2E-D2F158155FBA}" type="sibTrans" cxnId="{15214C21-17DF-49AE-B568-95BB6171605E}">
      <dgm:prSet/>
      <dgm:spPr/>
      <dgm:t>
        <a:bodyPr/>
        <a:lstStyle/>
        <a:p>
          <a:endParaRPr lang="en-US"/>
        </a:p>
      </dgm:t>
    </dgm:pt>
    <dgm:pt modelId="{A17B1773-B445-4B6D-845B-62AAC46C324F}" type="pres">
      <dgm:prSet presAssocID="{658348F9-C9C2-4D1F-9CC6-97B8661A140F}" presName="root" presStyleCnt="0">
        <dgm:presLayoutVars>
          <dgm:dir/>
          <dgm:resizeHandles val="exact"/>
        </dgm:presLayoutVars>
      </dgm:prSet>
      <dgm:spPr/>
    </dgm:pt>
    <dgm:pt modelId="{2DB31299-5AF4-4025-A27D-E5410A5AF56F}" type="pres">
      <dgm:prSet presAssocID="{658348F9-C9C2-4D1F-9CC6-97B8661A140F}" presName="container" presStyleCnt="0">
        <dgm:presLayoutVars>
          <dgm:dir/>
          <dgm:resizeHandles val="exact"/>
        </dgm:presLayoutVars>
      </dgm:prSet>
      <dgm:spPr/>
    </dgm:pt>
    <dgm:pt modelId="{563FE035-6728-4348-867B-FB8C6BFCEAEC}" type="pres">
      <dgm:prSet presAssocID="{97000B81-542B-41C3-AC52-20EFDA107262}" presName="compNode" presStyleCnt="0"/>
      <dgm:spPr/>
    </dgm:pt>
    <dgm:pt modelId="{D0D4CCA2-A177-4D91-ADD1-B16FFD0F345D}" type="pres">
      <dgm:prSet presAssocID="{97000B81-542B-41C3-AC52-20EFDA107262}" presName="iconBgRect" presStyleLbl="bgShp" presStyleIdx="0" presStyleCnt="4"/>
      <dgm:spPr/>
    </dgm:pt>
    <dgm:pt modelId="{517A7AD1-A330-481F-9580-278FA387553A}" type="pres">
      <dgm:prSet presAssocID="{97000B81-542B-41C3-AC52-20EFDA10726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Graph with Upward Trend"/>
        </a:ext>
      </dgm:extLst>
    </dgm:pt>
    <dgm:pt modelId="{C3EAE2E8-6179-4E2F-8735-55CF59DEBFEF}" type="pres">
      <dgm:prSet presAssocID="{97000B81-542B-41C3-AC52-20EFDA107262}" presName="spaceRect" presStyleCnt="0"/>
      <dgm:spPr/>
    </dgm:pt>
    <dgm:pt modelId="{DD6CAC71-77BC-446E-929E-F45DB4279B34}" type="pres">
      <dgm:prSet presAssocID="{97000B81-542B-41C3-AC52-20EFDA107262}" presName="textRect" presStyleLbl="revTx" presStyleIdx="0" presStyleCnt="4">
        <dgm:presLayoutVars>
          <dgm:chMax val="1"/>
          <dgm:chPref val="1"/>
        </dgm:presLayoutVars>
      </dgm:prSet>
      <dgm:spPr/>
    </dgm:pt>
    <dgm:pt modelId="{CD460B86-6A6E-4E9C-A36B-56F49232DD10}" type="pres">
      <dgm:prSet presAssocID="{A4B56504-246D-4201-8B8C-8F808E98E4B8}" presName="sibTrans" presStyleLbl="sibTrans2D1" presStyleIdx="0" presStyleCnt="0"/>
      <dgm:spPr/>
    </dgm:pt>
    <dgm:pt modelId="{07853E94-F3A8-4EA0-A3A5-0153D9774EF2}" type="pres">
      <dgm:prSet presAssocID="{3E1CD213-276F-448C-B062-9CB7BF2FB157}" presName="compNode" presStyleCnt="0"/>
      <dgm:spPr/>
    </dgm:pt>
    <dgm:pt modelId="{2CF4891B-10B2-454F-B53B-1086DD3C09FD}" type="pres">
      <dgm:prSet presAssocID="{3E1CD213-276F-448C-B062-9CB7BF2FB157}" presName="iconBgRect" presStyleLbl="bgShp" presStyleIdx="1" presStyleCnt="4"/>
      <dgm:spPr/>
    </dgm:pt>
    <dgm:pt modelId="{8BD404A3-13ED-4E98-9CAD-3632DE65E6E7}" type="pres">
      <dgm:prSet presAssocID="{3E1CD213-276F-448C-B062-9CB7BF2FB15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wnward trend"/>
        </a:ext>
      </dgm:extLst>
    </dgm:pt>
    <dgm:pt modelId="{23F8E421-08DD-42B1-8D8A-D5B94E5062BC}" type="pres">
      <dgm:prSet presAssocID="{3E1CD213-276F-448C-B062-9CB7BF2FB157}" presName="spaceRect" presStyleCnt="0"/>
      <dgm:spPr/>
    </dgm:pt>
    <dgm:pt modelId="{B2828DE8-7B7C-4D70-8BAC-1331C5A8169B}" type="pres">
      <dgm:prSet presAssocID="{3E1CD213-276F-448C-B062-9CB7BF2FB157}" presName="textRect" presStyleLbl="revTx" presStyleIdx="1" presStyleCnt="4">
        <dgm:presLayoutVars>
          <dgm:chMax val="1"/>
          <dgm:chPref val="1"/>
        </dgm:presLayoutVars>
      </dgm:prSet>
      <dgm:spPr/>
    </dgm:pt>
    <dgm:pt modelId="{BA296064-233F-4FB9-ACC5-C5A6282AD1A5}" type="pres">
      <dgm:prSet presAssocID="{FCF2D254-8C1C-4185-BEE9-61677B852F69}" presName="sibTrans" presStyleLbl="sibTrans2D1" presStyleIdx="0" presStyleCnt="0"/>
      <dgm:spPr/>
    </dgm:pt>
    <dgm:pt modelId="{6DDBD897-4C73-4B2B-A724-2E46C5542C04}" type="pres">
      <dgm:prSet presAssocID="{EF975B6C-65DB-424F-B5B7-079B43E9C77B}" presName="compNode" presStyleCnt="0"/>
      <dgm:spPr/>
    </dgm:pt>
    <dgm:pt modelId="{806BB426-A50E-493F-B511-F70E7693E584}" type="pres">
      <dgm:prSet presAssocID="{EF975B6C-65DB-424F-B5B7-079B43E9C77B}" presName="iconBgRect" presStyleLbl="bgShp" presStyleIdx="2" presStyleCnt="4"/>
      <dgm:spPr/>
    </dgm:pt>
    <dgm:pt modelId="{7FD478F3-BCDE-4990-9004-5C588C97A248}" type="pres">
      <dgm:prSet presAssocID="{EF975B6C-65DB-424F-B5B7-079B43E9C77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5564A9BF-D7F1-4D16-BD30-EBC17F45C357}" type="pres">
      <dgm:prSet presAssocID="{EF975B6C-65DB-424F-B5B7-079B43E9C77B}" presName="spaceRect" presStyleCnt="0"/>
      <dgm:spPr/>
    </dgm:pt>
    <dgm:pt modelId="{AD02552C-EFB7-4D4F-9170-EA2FC76D792D}" type="pres">
      <dgm:prSet presAssocID="{EF975B6C-65DB-424F-B5B7-079B43E9C77B}" presName="textRect" presStyleLbl="revTx" presStyleIdx="2" presStyleCnt="4">
        <dgm:presLayoutVars>
          <dgm:chMax val="1"/>
          <dgm:chPref val="1"/>
        </dgm:presLayoutVars>
      </dgm:prSet>
      <dgm:spPr/>
    </dgm:pt>
    <dgm:pt modelId="{B52F4403-77DC-4304-9C64-29EC71AFE98F}" type="pres">
      <dgm:prSet presAssocID="{E62D7010-55A4-4405-B72A-4A711654A501}" presName="sibTrans" presStyleLbl="sibTrans2D1" presStyleIdx="0" presStyleCnt="0"/>
      <dgm:spPr/>
    </dgm:pt>
    <dgm:pt modelId="{1E947071-80CF-477B-A0A1-6E82FFF7F8D8}" type="pres">
      <dgm:prSet presAssocID="{D46FF456-E291-4C41-B80F-55A40AAF6D7A}" presName="compNode" presStyleCnt="0"/>
      <dgm:spPr/>
    </dgm:pt>
    <dgm:pt modelId="{ADF68D4B-0F1C-4EA0-9CEA-C1E8A76495E1}" type="pres">
      <dgm:prSet presAssocID="{D46FF456-E291-4C41-B80F-55A40AAF6D7A}" presName="iconBgRect" presStyleLbl="bgShp" presStyleIdx="3" presStyleCnt="4"/>
      <dgm:spPr/>
    </dgm:pt>
    <dgm:pt modelId="{08F6D92A-27ED-4736-B391-37CBD485A3B2}" type="pres">
      <dgm:prSet presAssocID="{D46FF456-E291-4C41-B80F-55A40AAF6D7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urglass"/>
        </a:ext>
      </dgm:extLst>
    </dgm:pt>
    <dgm:pt modelId="{A9345302-CAAD-4DBC-893F-0CB72B2D6513}" type="pres">
      <dgm:prSet presAssocID="{D46FF456-E291-4C41-B80F-55A40AAF6D7A}" presName="spaceRect" presStyleCnt="0"/>
      <dgm:spPr/>
    </dgm:pt>
    <dgm:pt modelId="{02691943-2C39-4E2A-BBC6-D1ACBF244810}" type="pres">
      <dgm:prSet presAssocID="{D46FF456-E291-4C41-B80F-55A40AAF6D7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D145A00-6680-4350-8FB4-3801945131BE}" srcId="{658348F9-C9C2-4D1F-9CC6-97B8661A140F}" destId="{EF975B6C-65DB-424F-B5B7-079B43E9C77B}" srcOrd="2" destOrd="0" parTransId="{B8BC65F8-4293-4473-BD20-FDB729290D09}" sibTransId="{E62D7010-55A4-4405-B72A-4A711654A501}"/>
    <dgm:cxn modelId="{384C011A-A58E-4783-A8F1-25EAA4A02B9C}" type="presOf" srcId="{A4B56504-246D-4201-8B8C-8F808E98E4B8}" destId="{CD460B86-6A6E-4E9C-A36B-56F49232DD10}" srcOrd="0" destOrd="0" presId="urn:microsoft.com/office/officeart/2018/2/layout/IconCircleList"/>
    <dgm:cxn modelId="{15214C21-17DF-49AE-B568-95BB6171605E}" srcId="{658348F9-C9C2-4D1F-9CC6-97B8661A140F}" destId="{D46FF456-E291-4C41-B80F-55A40AAF6D7A}" srcOrd="3" destOrd="0" parTransId="{397DFDC6-3CB1-4EE7-82A0-0B0CCE248EE1}" sibTransId="{439FF1D2-4F3A-4E46-BA2E-D2F158155FBA}"/>
    <dgm:cxn modelId="{C73E433A-3D36-40FC-8325-05E91A6BBFA9}" type="presOf" srcId="{658348F9-C9C2-4D1F-9CC6-97B8661A140F}" destId="{A17B1773-B445-4B6D-845B-62AAC46C324F}" srcOrd="0" destOrd="0" presId="urn:microsoft.com/office/officeart/2018/2/layout/IconCircleList"/>
    <dgm:cxn modelId="{748ED44B-A07D-4312-A0F0-DED63D626851}" srcId="{658348F9-C9C2-4D1F-9CC6-97B8661A140F}" destId="{3E1CD213-276F-448C-B062-9CB7BF2FB157}" srcOrd="1" destOrd="0" parTransId="{CA064DAE-4F9F-4981-8F6D-299CAAD5AAD4}" sibTransId="{FCF2D254-8C1C-4185-BEE9-61677B852F69}"/>
    <dgm:cxn modelId="{26ACAD7E-F3C8-4788-B5E1-448C63AB1F36}" type="presOf" srcId="{E62D7010-55A4-4405-B72A-4A711654A501}" destId="{B52F4403-77DC-4304-9C64-29EC71AFE98F}" srcOrd="0" destOrd="0" presId="urn:microsoft.com/office/officeart/2018/2/layout/IconCircleList"/>
    <dgm:cxn modelId="{8F473E85-7B16-4B1F-9B0B-0754F215CAE5}" type="presOf" srcId="{D46FF456-E291-4C41-B80F-55A40AAF6D7A}" destId="{02691943-2C39-4E2A-BBC6-D1ACBF244810}" srcOrd="0" destOrd="0" presId="urn:microsoft.com/office/officeart/2018/2/layout/IconCircleList"/>
    <dgm:cxn modelId="{5B75339F-520E-4D6B-AC37-89CD9DC16668}" srcId="{658348F9-C9C2-4D1F-9CC6-97B8661A140F}" destId="{97000B81-542B-41C3-AC52-20EFDA107262}" srcOrd="0" destOrd="0" parTransId="{F5A178A1-CBFB-4EBA-82A3-FE175741BAD9}" sibTransId="{A4B56504-246D-4201-8B8C-8F808E98E4B8}"/>
    <dgm:cxn modelId="{068A759F-3753-4681-926D-550F092AD752}" type="presOf" srcId="{EF975B6C-65DB-424F-B5B7-079B43E9C77B}" destId="{AD02552C-EFB7-4D4F-9170-EA2FC76D792D}" srcOrd="0" destOrd="0" presId="urn:microsoft.com/office/officeart/2018/2/layout/IconCircleList"/>
    <dgm:cxn modelId="{C6ABC4A2-D3ED-4BA8-99D2-51E4B053B3BC}" type="presOf" srcId="{FCF2D254-8C1C-4185-BEE9-61677B852F69}" destId="{BA296064-233F-4FB9-ACC5-C5A6282AD1A5}" srcOrd="0" destOrd="0" presId="urn:microsoft.com/office/officeart/2018/2/layout/IconCircleList"/>
    <dgm:cxn modelId="{794496C3-12CC-41B6-9573-E15864B2B677}" type="presOf" srcId="{3E1CD213-276F-448C-B062-9CB7BF2FB157}" destId="{B2828DE8-7B7C-4D70-8BAC-1331C5A8169B}" srcOrd="0" destOrd="0" presId="urn:microsoft.com/office/officeart/2018/2/layout/IconCircleList"/>
    <dgm:cxn modelId="{BFA521FE-71F8-407D-807E-A8E18EE7B886}" type="presOf" srcId="{97000B81-542B-41C3-AC52-20EFDA107262}" destId="{DD6CAC71-77BC-446E-929E-F45DB4279B34}" srcOrd="0" destOrd="0" presId="urn:microsoft.com/office/officeart/2018/2/layout/IconCircleList"/>
    <dgm:cxn modelId="{9E4E12E0-A114-49CD-BF8D-67DB90D63EE5}" type="presParOf" srcId="{A17B1773-B445-4B6D-845B-62AAC46C324F}" destId="{2DB31299-5AF4-4025-A27D-E5410A5AF56F}" srcOrd="0" destOrd="0" presId="urn:microsoft.com/office/officeart/2018/2/layout/IconCircleList"/>
    <dgm:cxn modelId="{E4414052-F470-428F-8151-15737ED1F67B}" type="presParOf" srcId="{2DB31299-5AF4-4025-A27D-E5410A5AF56F}" destId="{563FE035-6728-4348-867B-FB8C6BFCEAEC}" srcOrd="0" destOrd="0" presId="urn:microsoft.com/office/officeart/2018/2/layout/IconCircleList"/>
    <dgm:cxn modelId="{E2045953-4364-42EA-B9CC-B1412ACCD33C}" type="presParOf" srcId="{563FE035-6728-4348-867B-FB8C6BFCEAEC}" destId="{D0D4CCA2-A177-4D91-ADD1-B16FFD0F345D}" srcOrd="0" destOrd="0" presId="urn:microsoft.com/office/officeart/2018/2/layout/IconCircleList"/>
    <dgm:cxn modelId="{9A3426D1-9B2E-427D-B539-8964D93752F4}" type="presParOf" srcId="{563FE035-6728-4348-867B-FB8C6BFCEAEC}" destId="{517A7AD1-A330-481F-9580-278FA387553A}" srcOrd="1" destOrd="0" presId="urn:microsoft.com/office/officeart/2018/2/layout/IconCircleList"/>
    <dgm:cxn modelId="{52AF4E0B-AA79-40FE-B62D-E80F74F07191}" type="presParOf" srcId="{563FE035-6728-4348-867B-FB8C6BFCEAEC}" destId="{C3EAE2E8-6179-4E2F-8735-55CF59DEBFEF}" srcOrd="2" destOrd="0" presId="urn:microsoft.com/office/officeart/2018/2/layout/IconCircleList"/>
    <dgm:cxn modelId="{39F19607-2B86-4A24-80D6-E7087F88589D}" type="presParOf" srcId="{563FE035-6728-4348-867B-FB8C6BFCEAEC}" destId="{DD6CAC71-77BC-446E-929E-F45DB4279B34}" srcOrd="3" destOrd="0" presId="urn:microsoft.com/office/officeart/2018/2/layout/IconCircleList"/>
    <dgm:cxn modelId="{313F9A6D-F8A8-415F-86D6-9E0A2543785E}" type="presParOf" srcId="{2DB31299-5AF4-4025-A27D-E5410A5AF56F}" destId="{CD460B86-6A6E-4E9C-A36B-56F49232DD10}" srcOrd="1" destOrd="0" presId="urn:microsoft.com/office/officeart/2018/2/layout/IconCircleList"/>
    <dgm:cxn modelId="{B57BA096-D698-4618-8E43-986598083B81}" type="presParOf" srcId="{2DB31299-5AF4-4025-A27D-E5410A5AF56F}" destId="{07853E94-F3A8-4EA0-A3A5-0153D9774EF2}" srcOrd="2" destOrd="0" presId="urn:microsoft.com/office/officeart/2018/2/layout/IconCircleList"/>
    <dgm:cxn modelId="{4F0FA7F3-1EBF-4A6A-B5CA-CC537AC8C836}" type="presParOf" srcId="{07853E94-F3A8-4EA0-A3A5-0153D9774EF2}" destId="{2CF4891B-10B2-454F-B53B-1086DD3C09FD}" srcOrd="0" destOrd="0" presId="urn:microsoft.com/office/officeart/2018/2/layout/IconCircleList"/>
    <dgm:cxn modelId="{C0AD1E36-6BBA-402A-AB87-1008C7E345EC}" type="presParOf" srcId="{07853E94-F3A8-4EA0-A3A5-0153D9774EF2}" destId="{8BD404A3-13ED-4E98-9CAD-3632DE65E6E7}" srcOrd="1" destOrd="0" presId="urn:microsoft.com/office/officeart/2018/2/layout/IconCircleList"/>
    <dgm:cxn modelId="{08025BBC-FF64-4984-8A58-28EA206A54BD}" type="presParOf" srcId="{07853E94-F3A8-4EA0-A3A5-0153D9774EF2}" destId="{23F8E421-08DD-42B1-8D8A-D5B94E5062BC}" srcOrd="2" destOrd="0" presId="urn:microsoft.com/office/officeart/2018/2/layout/IconCircleList"/>
    <dgm:cxn modelId="{C1DCBB3A-93F6-4129-8ABE-088609A5470D}" type="presParOf" srcId="{07853E94-F3A8-4EA0-A3A5-0153D9774EF2}" destId="{B2828DE8-7B7C-4D70-8BAC-1331C5A8169B}" srcOrd="3" destOrd="0" presId="urn:microsoft.com/office/officeart/2018/2/layout/IconCircleList"/>
    <dgm:cxn modelId="{DAEA62D0-BDE1-4BCA-A7D8-58BE4291DFA7}" type="presParOf" srcId="{2DB31299-5AF4-4025-A27D-E5410A5AF56F}" destId="{BA296064-233F-4FB9-ACC5-C5A6282AD1A5}" srcOrd="3" destOrd="0" presId="urn:microsoft.com/office/officeart/2018/2/layout/IconCircleList"/>
    <dgm:cxn modelId="{D3A4C114-BADE-4771-BE1A-685197AB8484}" type="presParOf" srcId="{2DB31299-5AF4-4025-A27D-E5410A5AF56F}" destId="{6DDBD897-4C73-4B2B-A724-2E46C5542C04}" srcOrd="4" destOrd="0" presId="urn:microsoft.com/office/officeart/2018/2/layout/IconCircleList"/>
    <dgm:cxn modelId="{6ECFB689-1772-4EAF-9C57-F76F4FDC0740}" type="presParOf" srcId="{6DDBD897-4C73-4B2B-A724-2E46C5542C04}" destId="{806BB426-A50E-493F-B511-F70E7693E584}" srcOrd="0" destOrd="0" presId="urn:microsoft.com/office/officeart/2018/2/layout/IconCircleList"/>
    <dgm:cxn modelId="{ABA9D21D-575F-47A5-9F3A-35B28DEA62BB}" type="presParOf" srcId="{6DDBD897-4C73-4B2B-A724-2E46C5542C04}" destId="{7FD478F3-BCDE-4990-9004-5C588C97A248}" srcOrd="1" destOrd="0" presId="urn:microsoft.com/office/officeart/2018/2/layout/IconCircleList"/>
    <dgm:cxn modelId="{DCE9F3A7-522D-4C9E-B007-5E13EAD03B0E}" type="presParOf" srcId="{6DDBD897-4C73-4B2B-A724-2E46C5542C04}" destId="{5564A9BF-D7F1-4D16-BD30-EBC17F45C357}" srcOrd="2" destOrd="0" presId="urn:microsoft.com/office/officeart/2018/2/layout/IconCircleList"/>
    <dgm:cxn modelId="{D6990D14-C363-40C5-B699-1EBE10392B72}" type="presParOf" srcId="{6DDBD897-4C73-4B2B-A724-2E46C5542C04}" destId="{AD02552C-EFB7-4D4F-9170-EA2FC76D792D}" srcOrd="3" destOrd="0" presId="urn:microsoft.com/office/officeart/2018/2/layout/IconCircleList"/>
    <dgm:cxn modelId="{AAC37234-4F1E-45D8-BA5E-09F16F310078}" type="presParOf" srcId="{2DB31299-5AF4-4025-A27D-E5410A5AF56F}" destId="{B52F4403-77DC-4304-9C64-29EC71AFE98F}" srcOrd="5" destOrd="0" presId="urn:microsoft.com/office/officeart/2018/2/layout/IconCircleList"/>
    <dgm:cxn modelId="{2E1DDB4D-876F-4FF3-9923-C8C7D54B79AC}" type="presParOf" srcId="{2DB31299-5AF4-4025-A27D-E5410A5AF56F}" destId="{1E947071-80CF-477B-A0A1-6E82FFF7F8D8}" srcOrd="6" destOrd="0" presId="urn:microsoft.com/office/officeart/2018/2/layout/IconCircleList"/>
    <dgm:cxn modelId="{266996B0-B6E1-4CD7-9946-D1CA59C85B1A}" type="presParOf" srcId="{1E947071-80CF-477B-A0A1-6E82FFF7F8D8}" destId="{ADF68D4B-0F1C-4EA0-9CEA-C1E8A76495E1}" srcOrd="0" destOrd="0" presId="urn:microsoft.com/office/officeart/2018/2/layout/IconCircleList"/>
    <dgm:cxn modelId="{BD8200C8-96CF-4AAB-800E-9848CF0EA197}" type="presParOf" srcId="{1E947071-80CF-477B-A0A1-6E82FFF7F8D8}" destId="{08F6D92A-27ED-4736-B391-37CBD485A3B2}" srcOrd="1" destOrd="0" presId="urn:microsoft.com/office/officeart/2018/2/layout/IconCircleList"/>
    <dgm:cxn modelId="{0A8EB7C7-9B06-4237-8925-FB69555EF22D}" type="presParOf" srcId="{1E947071-80CF-477B-A0A1-6E82FFF7F8D8}" destId="{A9345302-CAAD-4DBC-893F-0CB72B2D6513}" srcOrd="2" destOrd="0" presId="urn:microsoft.com/office/officeart/2018/2/layout/IconCircleList"/>
    <dgm:cxn modelId="{2DD8A108-2822-4E7E-A077-7D7138BEE393}" type="presParOf" srcId="{1E947071-80CF-477B-A0A1-6E82FFF7F8D8}" destId="{02691943-2C39-4E2A-BBC6-D1ACBF24481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C8F424F-81E9-4979-A569-6794D2414399}" type="doc">
      <dgm:prSet loTypeId="urn:microsoft.com/office/officeart/2008/layout/LinedList" loCatId="list" qsTypeId="urn:microsoft.com/office/officeart/2005/8/quickstyle/simple5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3A78C44-0EC8-4556-BA4C-4E73AB3E1972}">
      <dgm:prSet/>
      <dgm:spPr/>
      <dgm:t>
        <a:bodyPr/>
        <a:lstStyle/>
        <a:p>
          <a:r>
            <a:rPr lang="en-US">
              <a:solidFill>
                <a:schemeClr val="bg2"/>
              </a:solidFill>
            </a:rPr>
            <a:t>Dashboard Includes:</a:t>
          </a:r>
          <a:endParaRPr lang="en-US" dirty="0">
            <a:solidFill>
              <a:schemeClr val="bg2"/>
            </a:solidFill>
          </a:endParaRPr>
        </a:p>
      </dgm:t>
    </dgm:pt>
    <dgm:pt modelId="{D10C764D-EE7F-4954-A605-15999EE39531}" type="parTrans" cxnId="{A2380E24-93E7-471C-98F3-B1F9E945D21C}">
      <dgm:prSet/>
      <dgm:spPr/>
      <dgm:t>
        <a:bodyPr/>
        <a:lstStyle/>
        <a:p>
          <a:endParaRPr lang="en-US"/>
        </a:p>
      </dgm:t>
    </dgm:pt>
    <dgm:pt modelId="{43A87E1A-44CA-4E5A-9228-C1858D8D245E}" type="sibTrans" cxnId="{A2380E24-93E7-471C-98F3-B1F9E945D21C}">
      <dgm:prSet/>
      <dgm:spPr/>
      <dgm:t>
        <a:bodyPr/>
        <a:lstStyle/>
        <a:p>
          <a:endParaRPr lang="en-US"/>
        </a:p>
      </dgm:t>
    </dgm:pt>
    <dgm:pt modelId="{2FFDE790-5A76-45F9-AD6B-5105DDE3244F}">
      <dgm:prSet/>
      <dgm:spPr/>
      <dgm:t>
        <a:bodyPr/>
        <a:lstStyle/>
        <a:p>
          <a:r>
            <a:rPr lang="en-US">
              <a:solidFill>
                <a:schemeClr val="bg2"/>
              </a:solidFill>
            </a:rPr>
            <a:t>- Line Chart for Price Trends</a:t>
          </a:r>
          <a:endParaRPr lang="en-US" dirty="0">
            <a:solidFill>
              <a:schemeClr val="bg2"/>
            </a:solidFill>
          </a:endParaRPr>
        </a:p>
      </dgm:t>
    </dgm:pt>
    <dgm:pt modelId="{DBDCACDF-E757-42E2-82C8-925AE4D6C854}" type="parTrans" cxnId="{49BE5C87-E2D6-42E0-8D66-C93BD9BF9B6B}">
      <dgm:prSet/>
      <dgm:spPr/>
      <dgm:t>
        <a:bodyPr/>
        <a:lstStyle/>
        <a:p>
          <a:endParaRPr lang="en-US"/>
        </a:p>
      </dgm:t>
    </dgm:pt>
    <dgm:pt modelId="{5B1D8C81-695D-47D7-9B26-18CF015A0B9F}" type="sibTrans" cxnId="{49BE5C87-E2D6-42E0-8D66-C93BD9BF9B6B}">
      <dgm:prSet/>
      <dgm:spPr/>
      <dgm:t>
        <a:bodyPr/>
        <a:lstStyle/>
        <a:p>
          <a:endParaRPr lang="en-US"/>
        </a:p>
      </dgm:t>
    </dgm:pt>
    <dgm:pt modelId="{FA2F3E3F-88F8-49DE-8D09-4836F7BF6182}">
      <dgm:prSet/>
      <dgm:spPr/>
      <dgm:t>
        <a:bodyPr/>
        <a:lstStyle/>
        <a:p>
          <a:r>
            <a:rPr lang="en-US"/>
            <a:t>- </a:t>
          </a:r>
          <a:r>
            <a:rPr lang="en-US">
              <a:solidFill>
                <a:schemeClr val="bg2"/>
              </a:solidFill>
            </a:rPr>
            <a:t>Bar Chart for Daily Trading Volume</a:t>
          </a:r>
          <a:endParaRPr lang="en-US" dirty="0">
            <a:solidFill>
              <a:schemeClr val="bg2"/>
            </a:solidFill>
          </a:endParaRPr>
        </a:p>
      </dgm:t>
    </dgm:pt>
    <dgm:pt modelId="{944031D8-11A0-41A2-9B3A-68C580C504A4}" type="parTrans" cxnId="{756116A2-2BC7-4BCF-BF77-10658B6D5324}">
      <dgm:prSet/>
      <dgm:spPr/>
      <dgm:t>
        <a:bodyPr/>
        <a:lstStyle/>
        <a:p>
          <a:endParaRPr lang="en-US"/>
        </a:p>
      </dgm:t>
    </dgm:pt>
    <dgm:pt modelId="{322FF363-4354-4596-9324-FB928EF298F6}" type="sibTrans" cxnId="{756116A2-2BC7-4BCF-BF77-10658B6D5324}">
      <dgm:prSet/>
      <dgm:spPr/>
      <dgm:t>
        <a:bodyPr/>
        <a:lstStyle/>
        <a:p>
          <a:endParaRPr lang="en-US"/>
        </a:p>
      </dgm:t>
    </dgm:pt>
    <dgm:pt modelId="{AD783292-61B7-4869-9151-37A6FBB76AF1}">
      <dgm:prSet/>
      <dgm:spPr/>
      <dgm:t>
        <a:bodyPr/>
        <a:lstStyle/>
        <a:p>
          <a:r>
            <a:rPr lang="en-US"/>
            <a:t>- </a:t>
          </a:r>
          <a:r>
            <a:rPr lang="en-US">
              <a:solidFill>
                <a:schemeClr val="bg2"/>
              </a:solidFill>
            </a:rPr>
            <a:t>Pie/Donut Chart for Market Cap</a:t>
          </a:r>
          <a:endParaRPr lang="en-US" dirty="0">
            <a:solidFill>
              <a:schemeClr val="bg2"/>
            </a:solidFill>
          </a:endParaRPr>
        </a:p>
      </dgm:t>
    </dgm:pt>
    <dgm:pt modelId="{C6108E4B-E8ED-4652-8850-640822960F95}" type="parTrans" cxnId="{CE0DDA0F-57A9-4F41-AEF9-19BB22854FC7}">
      <dgm:prSet/>
      <dgm:spPr/>
      <dgm:t>
        <a:bodyPr/>
        <a:lstStyle/>
        <a:p>
          <a:endParaRPr lang="en-US"/>
        </a:p>
      </dgm:t>
    </dgm:pt>
    <dgm:pt modelId="{7C93FC59-2828-45C0-95CD-43670FA4E854}" type="sibTrans" cxnId="{CE0DDA0F-57A9-4F41-AEF9-19BB22854FC7}">
      <dgm:prSet/>
      <dgm:spPr/>
      <dgm:t>
        <a:bodyPr/>
        <a:lstStyle/>
        <a:p>
          <a:endParaRPr lang="en-US"/>
        </a:p>
      </dgm:t>
    </dgm:pt>
    <dgm:pt modelId="{04BB5039-2220-470E-9648-7860D7F729C9}">
      <dgm:prSet/>
      <dgm:spPr/>
      <dgm:t>
        <a:bodyPr/>
        <a:lstStyle/>
        <a:p>
          <a:r>
            <a:rPr lang="en-US"/>
            <a:t>- </a:t>
          </a:r>
          <a:r>
            <a:rPr lang="en-US">
              <a:solidFill>
                <a:schemeClr val="bg2"/>
              </a:solidFill>
            </a:rPr>
            <a:t>Stock Comparison &amp; Volatility Analysis</a:t>
          </a:r>
          <a:endParaRPr lang="en-US" dirty="0">
            <a:solidFill>
              <a:schemeClr val="bg2"/>
            </a:solidFill>
          </a:endParaRPr>
        </a:p>
      </dgm:t>
    </dgm:pt>
    <dgm:pt modelId="{AA3C7544-6D50-4701-BF62-0B2EDA4F0C4D}" type="parTrans" cxnId="{3FBBE68A-5619-479F-8518-86FE48B86C8E}">
      <dgm:prSet/>
      <dgm:spPr/>
      <dgm:t>
        <a:bodyPr/>
        <a:lstStyle/>
        <a:p>
          <a:endParaRPr lang="en-US"/>
        </a:p>
      </dgm:t>
    </dgm:pt>
    <dgm:pt modelId="{C50D504D-D11A-4BCD-A258-AE4D0F6E8E57}" type="sibTrans" cxnId="{3FBBE68A-5619-479F-8518-86FE48B86C8E}">
      <dgm:prSet/>
      <dgm:spPr/>
      <dgm:t>
        <a:bodyPr/>
        <a:lstStyle/>
        <a:p>
          <a:endParaRPr lang="en-US"/>
        </a:p>
      </dgm:t>
    </dgm:pt>
    <dgm:pt modelId="{7990182C-A0A3-4B9F-8DFF-27872D30AB07}" type="pres">
      <dgm:prSet presAssocID="{CC8F424F-81E9-4979-A569-6794D2414399}" presName="vert0" presStyleCnt="0">
        <dgm:presLayoutVars>
          <dgm:dir/>
          <dgm:animOne val="branch"/>
          <dgm:animLvl val="lvl"/>
        </dgm:presLayoutVars>
      </dgm:prSet>
      <dgm:spPr/>
    </dgm:pt>
    <dgm:pt modelId="{B5509857-5C2E-46E7-8B6D-DD6D50639994}" type="pres">
      <dgm:prSet presAssocID="{A3A78C44-0EC8-4556-BA4C-4E73AB3E1972}" presName="thickLine" presStyleLbl="alignNode1" presStyleIdx="0" presStyleCnt="5"/>
      <dgm:spPr/>
    </dgm:pt>
    <dgm:pt modelId="{F9D5133E-9A46-43F6-BF69-65A3F8CBA365}" type="pres">
      <dgm:prSet presAssocID="{A3A78C44-0EC8-4556-BA4C-4E73AB3E1972}" presName="horz1" presStyleCnt="0"/>
      <dgm:spPr/>
    </dgm:pt>
    <dgm:pt modelId="{376D7EA7-FB42-4D75-87E7-BBB4BD126F36}" type="pres">
      <dgm:prSet presAssocID="{A3A78C44-0EC8-4556-BA4C-4E73AB3E1972}" presName="tx1" presStyleLbl="revTx" presStyleIdx="0" presStyleCnt="5"/>
      <dgm:spPr/>
    </dgm:pt>
    <dgm:pt modelId="{6B8B9E71-7362-42EB-9ED7-473F110B3BE7}" type="pres">
      <dgm:prSet presAssocID="{A3A78C44-0EC8-4556-BA4C-4E73AB3E1972}" presName="vert1" presStyleCnt="0"/>
      <dgm:spPr/>
    </dgm:pt>
    <dgm:pt modelId="{A533B875-41CC-4F4D-AD31-29244C20BFD3}" type="pres">
      <dgm:prSet presAssocID="{2FFDE790-5A76-45F9-AD6B-5105DDE3244F}" presName="thickLine" presStyleLbl="alignNode1" presStyleIdx="1" presStyleCnt="5"/>
      <dgm:spPr/>
    </dgm:pt>
    <dgm:pt modelId="{09FD33E0-7F1D-450B-95F4-469A4D4A10F7}" type="pres">
      <dgm:prSet presAssocID="{2FFDE790-5A76-45F9-AD6B-5105DDE3244F}" presName="horz1" presStyleCnt="0"/>
      <dgm:spPr/>
    </dgm:pt>
    <dgm:pt modelId="{63848664-C7AA-4AF1-8F2E-C06DD29584B3}" type="pres">
      <dgm:prSet presAssocID="{2FFDE790-5A76-45F9-AD6B-5105DDE3244F}" presName="tx1" presStyleLbl="revTx" presStyleIdx="1" presStyleCnt="5"/>
      <dgm:spPr/>
    </dgm:pt>
    <dgm:pt modelId="{74B6057A-ACBF-4CC9-956D-AB3936A5042E}" type="pres">
      <dgm:prSet presAssocID="{2FFDE790-5A76-45F9-AD6B-5105DDE3244F}" presName="vert1" presStyleCnt="0"/>
      <dgm:spPr/>
    </dgm:pt>
    <dgm:pt modelId="{E31298C8-42ED-409C-8264-6E243B805E97}" type="pres">
      <dgm:prSet presAssocID="{FA2F3E3F-88F8-49DE-8D09-4836F7BF6182}" presName="thickLine" presStyleLbl="alignNode1" presStyleIdx="2" presStyleCnt="5"/>
      <dgm:spPr/>
    </dgm:pt>
    <dgm:pt modelId="{740EF2C3-C679-43CB-805A-499C18CFEA3B}" type="pres">
      <dgm:prSet presAssocID="{FA2F3E3F-88F8-49DE-8D09-4836F7BF6182}" presName="horz1" presStyleCnt="0"/>
      <dgm:spPr/>
    </dgm:pt>
    <dgm:pt modelId="{0AE35ECE-6BBC-4EA9-9234-829AE2433C2E}" type="pres">
      <dgm:prSet presAssocID="{FA2F3E3F-88F8-49DE-8D09-4836F7BF6182}" presName="tx1" presStyleLbl="revTx" presStyleIdx="2" presStyleCnt="5"/>
      <dgm:spPr/>
    </dgm:pt>
    <dgm:pt modelId="{CB9AC91A-4771-48F2-BB12-B1BD09FFDA86}" type="pres">
      <dgm:prSet presAssocID="{FA2F3E3F-88F8-49DE-8D09-4836F7BF6182}" presName="vert1" presStyleCnt="0"/>
      <dgm:spPr/>
    </dgm:pt>
    <dgm:pt modelId="{82901046-D40D-467E-BE5A-37D86F17BACB}" type="pres">
      <dgm:prSet presAssocID="{AD783292-61B7-4869-9151-37A6FBB76AF1}" presName="thickLine" presStyleLbl="alignNode1" presStyleIdx="3" presStyleCnt="5"/>
      <dgm:spPr/>
    </dgm:pt>
    <dgm:pt modelId="{9C485231-5E09-4689-A4B8-B4CC1E0930F8}" type="pres">
      <dgm:prSet presAssocID="{AD783292-61B7-4869-9151-37A6FBB76AF1}" presName="horz1" presStyleCnt="0"/>
      <dgm:spPr/>
    </dgm:pt>
    <dgm:pt modelId="{DA20A209-B504-4CF3-AC13-5D434467C775}" type="pres">
      <dgm:prSet presAssocID="{AD783292-61B7-4869-9151-37A6FBB76AF1}" presName="tx1" presStyleLbl="revTx" presStyleIdx="3" presStyleCnt="5"/>
      <dgm:spPr/>
    </dgm:pt>
    <dgm:pt modelId="{AE8EAE81-43F1-436C-9E25-3F723C70811D}" type="pres">
      <dgm:prSet presAssocID="{AD783292-61B7-4869-9151-37A6FBB76AF1}" presName="vert1" presStyleCnt="0"/>
      <dgm:spPr/>
    </dgm:pt>
    <dgm:pt modelId="{70BEB3C3-AD4A-4947-9359-E7D9AAA3594E}" type="pres">
      <dgm:prSet presAssocID="{04BB5039-2220-470E-9648-7860D7F729C9}" presName="thickLine" presStyleLbl="alignNode1" presStyleIdx="4" presStyleCnt="5"/>
      <dgm:spPr/>
    </dgm:pt>
    <dgm:pt modelId="{1FE9A190-7086-4F62-B4B2-9BF2E66BF42A}" type="pres">
      <dgm:prSet presAssocID="{04BB5039-2220-470E-9648-7860D7F729C9}" presName="horz1" presStyleCnt="0"/>
      <dgm:spPr/>
    </dgm:pt>
    <dgm:pt modelId="{FCBA2204-C7A6-43A7-AD4B-4149E5442281}" type="pres">
      <dgm:prSet presAssocID="{04BB5039-2220-470E-9648-7860D7F729C9}" presName="tx1" presStyleLbl="revTx" presStyleIdx="4" presStyleCnt="5"/>
      <dgm:spPr/>
    </dgm:pt>
    <dgm:pt modelId="{3CED1416-4D49-439D-9074-2DD14FDDC474}" type="pres">
      <dgm:prSet presAssocID="{04BB5039-2220-470E-9648-7860D7F729C9}" presName="vert1" presStyleCnt="0"/>
      <dgm:spPr/>
    </dgm:pt>
  </dgm:ptLst>
  <dgm:cxnLst>
    <dgm:cxn modelId="{CE0DDA0F-57A9-4F41-AEF9-19BB22854FC7}" srcId="{CC8F424F-81E9-4979-A569-6794D2414399}" destId="{AD783292-61B7-4869-9151-37A6FBB76AF1}" srcOrd="3" destOrd="0" parTransId="{C6108E4B-E8ED-4652-8850-640822960F95}" sibTransId="{7C93FC59-2828-45C0-95CD-43670FA4E854}"/>
    <dgm:cxn modelId="{5C4C5A1D-1C01-41C6-9751-693CC2D3B918}" type="presOf" srcId="{A3A78C44-0EC8-4556-BA4C-4E73AB3E1972}" destId="{376D7EA7-FB42-4D75-87E7-BBB4BD126F36}" srcOrd="0" destOrd="0" presId="urn:microsoft.com/office/officeart/2008/layout/LinedList"/>
    <dgm:cxn modelId="{A2380E24-93E7-471C-98F3-B1F9E945D21C}" srcId="{CC8F424F-81E9-4979-A569-6794D2414399}" destId="{A3A78C44-0EC8-4556-BA4C-4E73AB3E1972}" srcOrd="0" destOrd="0" parTransId="{D10C764D-EE7F-4954-A605-15999EE39531}" sibTransId="{43A87E1A-44CA-4E5A-9228-C1858D8D245E}"/>
    <dgm:cxn modelId="{8C278837-E9A5-45E9-AEEF-DFF3202FE46A}" type="presOf" srcId="{AD783292-61B7-4869-9151-37A6FBB76AF1}" destId="{DA20A209-B504-4CF3-AC13-5D434467C775}" srcOrd="0" destOrd="0" presId="urn:microsoft.com/office/officeart/2008/layout/LinedList"/>
    <dgm:cxn modelId="{49BE5C87-E2D6-42E0-8D66-C93BD9BF9B6B}" srcId="{CC8F424F-81E9-4979-A569-6794D2414399}" destId="{2FFDE790-5A76-45F9-AD6B-5105DDE3244F}" srcOrd="1" destOrd="0" parTransId="{DBDCACDF-E757-42E2-82C8-925AE4D6C854}" sibTransId="{5B1D8C81-695D-47D7-9B26-18CF015A0B9F}"/>
    <dgm:cxn modelId="{3FBBE68A-5619-479F-8518-86FE48B86C8E}" srcId="{CC8F424F-81E9-4979-A569-6794D2414399}" destId="{04BB5039-2220-470E-9648-7860D7F729C9}" srcOrd="4" destOrd="0" parTransId="{AA3C7544-6D50-4701-BF62-0B2EDA4F0C4D}" sibTransId="{C50D504D-D11A-4BCD-A258-AE4D0F6E8E57}"/>
    <dgm:cxn modelId="{6319FC97-D11A-4E3F-81A5-B873FFC94573}" type="presOf" srcId="{CC8F424F-81E9-4979-A569-6794D2414399}" destId="{7990182C-A0A3-4B9F-8DFF-27872D30AB07}" srcOrd="0" destOrd="0" presId="urn:microsoft.com/office/officeart/2008/layout/LinedList"/>
    <dgm:cxn modelId="{B011BA9C-DB54-4824-90D3-ED9D1CBBDACE}" type="presOf" srcId="{2FFDE790-5A76-45F9-AD6B-5105DDE3244F}" destId="{63848664-C7AA-4AF1-8F2E-C06DD29584B3}" srcOrd="0" destOrd="0" presId="urn:microsoft.com/office/officeart/2008/layout/LinedList"/>
    <dgm:cxn modelId="{756116A2-2BC7-4BCF-BF77-10658B6D5324}" srcId="{CC8F424F-81E9-4979-A569-6794D2414399}" destId="{FA2F3E3F-88F8-49DE-8D09-4836F7BF6182}" srcOrd="2" destOrd="0" parTransId="{944031D8-11A0-41A2-9B3A-68C580C504A4}" sibTransId="{322FF363-4354-4596-9324-FB928EF298F6}"/>
    <dgm:cxn modelId="{F1C7B0A7-C3FB-4679-9EC0-1687EB82C72C}" type="presOf" srcId="{FA2F3E3F-88F8-49DE-8D09-4836F7BF6182}" destId="{0AE35ECE-6BBC-4EA9-9234-829AE2433C2E}" srcOrd="0" destOrd="0" presId="urn:microsoft.com/office/officeart/2008/layout/LinedList"/>
    <dgm:cxn modelId="{8F9348BE-EA26-4C99-BF0D-E60D8CF4038E}" type="presOf" srcId="{04BB5039-2220-470E-9648-7860D7F729C9}" destId="{FCBA2204-C7A6-43A7-AD4B-4149E5442281}" srcOrd="0" destOrd="0" presId="urn:microsoft.com/office/officeart/2008/layout/LinedList"/>
    <dgm:cxn modelId="{7142E3A3-2499-46A9-A7C1-CEA9BB9803B2}" type="presParOf" srcId="{7990182C-A0A3-4B9F-8DFF-27872D30AB07}" destId="{B5509857-5C2E-46E7-8B6D-DD6D50639994}" srcOrd="0" destOrd="0" presId="urn:microsoft.com/office/officeart/2008/layout/LinedList"/>
    <dgm:cxn modelId="{2BC49FEE-E91F-409F-9E30-80A7CA4F8C1C}" type="presParOf" srcId="{7990182C-A0A3-4B9F-8DFF-27872D30AB07}" destId="{F9D5133E-9A46-43F6-BF69-65A3F8CBA365}" srcOrd="1" destOrd="0" presId="urn:microsoft.com/office/officeart/2008/layout/LinedList"/>
    <dgm:cxn modelId="{4F386F91-AD3A-4EE5-9C8B-1B66BC8FA925}" type="presParOf" srcId="{F9D5133E-9A46-43F6-BF69-65A3F8CBA365}" destId="{376D7EA7-FB42-4D75-87E7-BBB4BD126F36}" srcOrd="0" destOrd="0" presId="urn:microsoft.com/office/officeart/2008/layout/LinedList"/>
    <dgm:cxn modelId="{6D5FD9F1-7ACA-4AE8-8749-76FAFC778F89}" type="presParOf" srcId="{F9D5133E-9A46-43F6-BF69-65A3F8CBA365}" destId="{6B8B9E71-7362-42EB-9ED7-473F110B3BE7}" srcOrd="1" destOrd="0" presId="urn:microsoft.com/office/officeart/2008/layout/LinedList"/>
    <dgm:cxn modelId="{C60406C4-6771-4926-A07A-1662C3249FFC}" type="presParOf" srcId="{7990182C-A0A3-4B9F-8DFF-27872D30AB07}" destId="{A533B875-41CC-4F4D-AD31-29244C20BFD3}" srcOrd="2" destOrd="0" presId="urn:microsoft.com/office/officeart/2008/layout/LinedList"/>
    <dgm:cxn modelId="{79187C19-8865-472F-AD24-1B7E60713B36}" type="presParOf" srcId="{7990182C-A0A3-4B9F-8DFF-27872D30AB07}" destId="{09FD33E0-7F1D-450B-95F4-469A4D4A10F7}" srcOrd="3" destOrd="0" presId="urn:microsoft.com/office/officeart/2008/layout/LinedList"/>
    <dgm:cxn modelId="{9C76FF5E-DF2F-428F-B215-2626000BD92B}" type="presParOf" srcId="{09FD33E0-7F1D-450B-95F4-469A4D4A10F7}" destId="{63848664-C7AA-4AF1-8F2E-C06DD29584B3}" srcOrd="0" destOrd="0" presId="urn:microsoft.com/office/officeart/2008/layout/LinedList"/>
    <dgm:cxn modelId="{A3EA671D-5E1E-448F-9948-420117DA56D8}" type="presParOf" srcId="{09FD33E0-7F1D-450B-95F4-469A4D4A10F7}" destId="{74B6057A-ACBF-4CC9-956D-AB3936A5042E}" srcOrd="1" destOrd="0" presId="urn:microsoft.com/office/officeart/2008/layout/LinedList"/>
    <dgm:cxn modelId="{D3F61847-D27F-4A26-BB29-7C8830063556}" type="presParOf" srcId="{7990182C-A0A3-4B9F-8DFF-27872D30AB07}" destId="{E31298C8-42ED-409C-8264-6E243B805E97}" srcOrd="4" destOrd="0" presId="urn:microsoft.com/office/officeart/2008/layout/LinedList"/>
    <dgm:cxn modelId="{3590B615-E1D3-40CA-BA15-C557601957CB}" type="presParOf" srcId="{7990182C-A0A3-4B9F-8DFF-27872D30AB07}" destId="{740EF2C3-C679-43CB-805A-499C18CFEA3B}" srcOrd="5" destOrd="0" presId="urn:microsoft.com/office/officeart/2008/layout/LinedList"/>
    <dgm:cxn modelId="{0A40EEEC-6A60-4ADE-BF82-3D7E67E0452E}" type="presParOf" srcId="{740EF2C3-C679-43CB-805A-499C18CFEA3B}" destId="{0AE35ECE-6BBC-4EA9-9234-829AE2433C2E}" srcOrd="0" destOrd="0" presId="urn:microsoft.com/office/officeart/2008/layout/LinedList"/>
    <dgm:cxn modelId="{DDBA0572-DBB6-430A-9071-7B7CC3DC984E}" type="presParOf" srcId="{740EF2C3-C679-43CB-805A-499C18CFEA3B}" destId="{CB9AC91A-4771-48F2-BB12-B1BD09FFDA86}" srcOrd="1" destOrd="0" presId="urn:microsoft.com/office/officeart/2008/layout/LinedList"/>
    <dgm:cxn modelId="{86253B5D-DC40-4C07-A474-AF87C2FCD6BE}" type="presParOf" srcId="{7990182C-A0A3-4B9F-8DFF-27872D30AB07}" destId="{82901046-D40D-467E-BE5A-37D86F17BACB}" srcOrd="6" destOrd="0" presId="urn:microsoft.com/office/officeart/2008/layout/LinedList"/>
    <dgm:cxn modelId="{EC267915-D46B-4853-9906-156C1AE435C6}" type="presParOf" srcId="{7990182C-A0A3-4B9F-8DFF-27872D30AB07}" destId="{9C485231-5E09-4689-A4B8-B4CC1E0930F8}" srcOrd="7" destOrd="0" presId="urn:microsoft.com/office/officeart/2008/layout/LinedList"/>
    <dgm:cxn modelId="{A24E9727-4A9B-4070-AE19-BC4F2C83BC16}" type="presParOf" srcId="{9C485231-5E09-4689-A4B8-B4CC1E0930F8}" destId="{DA20A209-B504-4CF3-AC13-5D434467C775}" srcOrd="0" destOrd="0" presId="urn:microsoft.com/office/officeart/2008/layout/LinedList"/>
    <dgm:cxn modelId="{E10E35B8-F175-4591-A17B-B2111ABF43CB}" type="presParOf" srcId="{9C485231-5E09-4689-A4B8-B4CC1E0930F8}" destId="{AE8EAE81-43F1-436C-9E25-3F723C70811D}" srcOrd="1" destOrd="0" presId="urn:microsoft.com/office/officeart/2008/layout/LinedList"/>
    <dgm:cxn modelId="{BF99EAB2-AC60-4C18-8D13-6CA58E3076C6}" type="presParOf" srcId="{7990182C-A0A3-4B9F-8DFF-27872D30AB07}" destId="{70BEB3C3-AD4A-4947-9359-E7D9AAA3594E}" srcOrd="8" destOrd="0" presId="urn:microsoft.com/office/officeart/2008/layout/LinedList"/>
    <dgm:cxn modelId="{01A3C678-41B4-4D72-B647-950C9C9D93FD}" type="presParOf" srcId="{7990182C-A0A3-4B9F-8DFF-27872D30AB07}" destId="{1FE9A190-7086-4F62-B4B2-9BF2E66BF42A}" srcOrd="9" destOrd="0" presId="urn:microsoft.com/office/officeart/2008/layout/LinedList"/>
    <dgm:cxn modelId="{8E2270FF-FE21-4AF6-9D3C-1F302E4815BE}" type="presParOf" srcId="{1FE9A190-7086-4F62-B4B2-9BF2E66BF42A}" destId="{FCBA2204-C7A6-43A7-AD4B-4149E5442281}" srcOrd="0" destOrd="0" presId="urn:microsoft.com/office/officeart/2008/layout/LinedList"/>
    <dgm:cxn modelId="{A37AEDCD-F4F8-47D2-8B44-6D957F2DB4D0}" type="presParOf" srcId="{1FE9A190-7086-4F62-B4B2-9BF2E66BF42A}" destId="{3CED1416-4D49-439D-9074-2DD14FDDC47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4215BC1-A6D5-4F57-A9E7-E091391D279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6_2" csCatId="accent6" phldr="1"/>
      <dgm:spPr/>
      <dgm:t>
        <a:bodyPr/>
        <a:lstStyle/>
        <a:p>
          <a:endParaRPr lang="en-US"/>
        </a:p>
      </dgm:t>
    </dgm:pt>
    <dgm:pt modelId="{EA5611B0-1881-4C06-807C-B18A578BB0F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- Issues with Data Transformation</a:t>
          </a:r>
        </a:p>
      </dgm:t>
    </dgm:pt>
    <dgm:pt modelId="{AF67AB97-59B6-4CC6-98DA-67099E7393B5}" type="parTrans" cxnId="{3DAEB8AE-8012-4D01-AB19-2B0FB98AC0FF}">
      <dgm:prSet/>
      <dgm:spPr/>
      <dgm:t>
        <a:bodyPr/>
        <a:lstStyle/>
        <a:p>
          <a:endParaRPr lang="en-US" b="1"/>
        </a:p>
      </dgm:t>
    </dgm:pt>
    <dgm:pt modelId="{A6538E0B-066E-45F1-86AF-AA143B08FB57}" type="sibTrans" cxnId="{3DAEB8AE-8012-4D01-AB19-2B0FB98AC0FF}">
      <dgm:prSet/>
      <dgm:spPr/>
      <dgm:t>
        <a:bodyPr/>
        <a:lstStyle/>
        <a:p>
          <a:pPr>
            <a:lnSpc>
              <a:spcPct val="100000"/>
            </a:lnSpc>
          </a:pPr>
          <a:endParaRPr lang="en-US" b="1"/>
        </a:p>
      </dgm:t>
    </dgm:pt>
    <dgm:pt modelId="{EA09D00F-C328-4647-9010-E96D21A717A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- Challenges in DAX Calculations</a:t>
          </a:r>
        </a:p>
      </dgm:t>
    </dgm:pt>
    <dgm:pt modelId="{1BCD7376-3478-4B06-93EF-18397B2CAC7C}" type="parTrans" cxnId="{D041ADE9-8388-4C0B-8722-7E3CF48D6BF3}">
      <dgm:prSet/>
      <dgm:spPr/>
      <dgm:t>
        <a:bodyPr/>
        <a:lstStyle/>
        <a:p>
          <a:endParaRPr lang="en-US" b="1"/>
        </a:p>
      </dgm:t>
    </dgm:pt>
    <dgm:pt modelId="{7EB4848E-DC5F-4A64-96E9-E2C016A27352}" type="sibTrans" cxnId="{D041ADE9-8388-4C0B-8722-7E3CF48D6BF3}">
      <dgm:prSet/>
      <dgm:spPr/>
      <dgm:t>
        <a:bodyPr/>
        <a:lstStyle/>
        <a:p>
          <a:pPr>
            <a:lnSpc>
              <a:spcPct val="100000"/>
            </a:lnSpc>
          </a:pPr>
          <a:endParaRPr lang="en-US" b="1"/>
        </a:p>
      </dgm:t>
    </dgm:pt>
    <dgm:pt modelId="{FAEA426C-BD34-4BBF-853F-DA78313763B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- Fixed Aggregation Errors &amp; Data Types</a:t>
          </a:r>
        </a:p>
      </dgm:t>
    </dgm:pt>
    <dgm:pt modelId="{6570517E-C55A-4EAB-B2AA-DFFAF067A59E}" type="parTrans" cxnId="{EFCAAA4F-9EB2-4454-B83D-271E6E295212}">
      <dgm:prSet/>
      <dgm:spPr/>
      <dgm:t>
        <a:bodyPr/>
        <a:lstStyle/>
        <a:p>
          <a:endParaRPr lang="en-US" b="1"/>
        </a:p>
      </dgm:t>
    </dgm:pt>
    <dgm:pt modelId="{20D5AD43-752F-4829-A243-74E0CDE7CD68}" type="sibTrans" cxnId="{EFCAAA4F-9EB2-4454-B83D-271E6E295212}">
      <dgm:prSet/>
      <dgm:spPr/>
      <dgm:t>
        <a:bodyPr/>
        <a:lstStyle/>
        <a:p>
          <a:endParaRPr lang="en-US" b="1"/>
        </a:p>
      </dgm:t>
    </dgm:pt>
    <dgm:pt modelId="{4E09D7B6-73A1-4DC8-B7B1-70104CCFD606}" type="pres">
      <dgm:prSet presAssocID="{24215BC1-A6D5-4F57-A9E7-E091391D2796}" presName="root" presStyleCnt="0">
        <dgm:presLayoutVars>
          <dgm:dir/>
          <dgm:resizeHandles val="exact"/>
        </dgm:presLayoutVars>
      </dgm:prSet>
      <dgm:spPr/>
    </dgm:pt>
    <dgm:pt modelId="{D19474EE-6761-4B66-9309-AB7557C1D005}" type="pres">
      <dgm:prSet presAssocID="{EA5611B0-1881-4C06-807C-B18A578BB0F1}" presName="compNode" presStyleCnt="0"/>
      <dgm:spPr/>
    </dgm:pt>
    <dgm:pt modelId="{F7F3E680-6945-4DD5-B83C-D6BDF056475F}" type="pres">
      <dgm:prSet presAssocID="{EA5611B0-1881-4C06-807C-B18A578BB0F1}" presName="iconBgRect" presStyleLbl="bgShp" presStyleIdx="0" presStyleCnt="3"/>
      <dgm:spPr/>
    </dgm:pt>
    <dgm:pt modelId="{4205B212-5947-4041-9594-C04E0969670F}" type="pres">
      <dgm:prSet presAssocID="{EA5611B0-1881-4C06-807C-B18A578BB0F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F87A0356-84E6-4FD7-B722-E7C9CA16D5C0}" type="pres">
      <dgm:prSet presAssocID="{EA5611B0-1881-4C06-807C-B18A578BB0F1}" presName="spaceRect" presStyleCnt="0"/>
      <dgm:spPr/>
    </dgm:pt>
    <dgm:pt modelId="{95887C90-56AA-4DF1-8664-79FBA7E72A2B}" type="pres">
      <dgm:prSet presAssocID="{EA5611B0-1881-4C06-807C-B18A578BB0F1}" presName="textRect" presStyleLbl="revTx" presStyleIdx="0" presStyleCnt="3">
        <dgm:presLayoutVars>
          <dgm:chMax val="1"/>
          <dgm:chPref val="1"/>
        </dgm:presLayoutVars>
      </dgm:prSet>
      <dgm:spPr/>
    </dgm:pt>
    <dgm:pt modelId="{3BB1E03B-9326-4479-9C81-7FC1A9F22007}" type="pres">
      <dgm:prSet presAssocID="{A6538E0B-066E-45F1-86AF-AA143B08FB57}" presName="sibTrans" presStyleCnt="0"/>
      <dgm:spPr/>
    </dgm:pt>
    <dgm:pt modelId="{54249ABD-66A4-4477-92E1-8AB058808568}" type="pres">
      <dgm:prSet presAssocID="{EA09D00F-C328-4647-9010-E96D21A717A0}" presName="compNode" presStyleCnt="0"/>
      <dgm:spPr/>
    </dgm:pt>
    <dgm:pt modelId="{74F4760D-D1BA-441D-82AE-D5F24BDEB850}" type="pres">
      <dgm:prSet presAssocID="{EA09D00F-C328-4647-9010-E96D21A717A0}" presName="iconBgRect" presStyleLbl="bgShp" presStyleIdx="1" presStyleCnt="3"/>
      <dgm:spPr/>
    </dgm:pt>
    <dgm:pt modelId="{909FF142-6183-40A7-9A18-26332BCFD923}" type="pres">
      <dgm:prSet presAssocID="{EA09D00F-C328-4647-9010-E96D21A717A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ing Cards"/>
        </a:ext>
      </dgm:extLst>
    </dgm:pt>
    <dgm:pt modelId="{0A9A6F39-55DB-4A74-BC4B-BB32357CDBED}" type="pres">
      <dgm:prSet presAssocID="{EA09D00F-C328-4647-9010-E96D21A717A0}" presName="spaceRect" presStyleCnt="0"/>
      <dgm:spPr/>
    </dgm:pt>
    <dgm:pt modelId="{0397A8FD-29DD-4A3B-90B0-F2A259408CFB}" type="pres">
      <dgm:prSet presAssocID="{EA09D00F-C328-4647-9010-E96D21A717A0}" presName="textRect" presStyleLbl="revTx" presStyleIdx="1" presStyleCnt="3">
        <dgm:presLayoutVars>
          <dgm:chMax val="1"/>
          <dgm:chPref val="1"/>
        </dgm:presLayoutVars>
      </dgm:prSet>
      <dgm:spPr/>
    </dgm:pt>
    <dgm:pt modelId="{437F95BB-A325-4CA2-A048-90183A6C61D7}" type="pres">
      <dgm:prSet presAssocID="{7EB4848E-DC5F-4A64-96E9-E2C016A27352}" presName="sibTrans" presStyleCnt="0"/>
      <dgm:spPr/>
    </dgm:pt>
    <dgm:pt modelId="{6014CE42-6621-41B5-966F-255F3D66C783}" type="pres">
      <dgm:prSet presAssocID="{FAEA426C-BD34-4BBF-853F-DA78313763B9}" presName="compNode" presStyleCnt="0"/>
      <dgm:spPr/>
    </dgm:pt>
    <dgm:pt modelId="{EE6E0256-9AAC-418E-B177-149F37DC97A0}" type="pres">
      <dgm:prSet presAssocID="{FAEA426C-BD34-4BBF-853F-DA78313763B9}" presName="iconBgRect" presStyleLbl="bgShp" presStyleIdx="2" presStyleCnt="3"/>
      <dgm:spPr/>
    </dgm:pt>
    <dgm:pt modelId="{683F3C4C-F8F2-4914-B211-3296E1760942}" type="pres">
      <dgm:prSet presAssocID="{FAEA426C-BD34-4BBF-853F-DA78313763B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74BA367-B3E8-470A-87CF-176731A19F36}" type="pres">
      <dgm:prSet presAssocID="{FAEA426C-BD34-4BBF-853F-DA78313763B9}" presName="spaceRect" presStyleCnt="0"/>
      <dgm:spPr/>
    </dgm:pt>
    <dgm:pt modelId="{D12CFDF4-4686-4FFF-BF7C-C74F854FDD78}" type="pres">
      <dgm:prSet presAssocID="{FAEA426C-BD34-4BBF-853F-DA78313763B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84A920D-8AD5-4FD9-BFA3-0F61915AB1FE}" type="presOf" srcId="{FAEA426C-BD34-4BBF-853F-DA78313763B9}" destId="{D12CFDF4-4686-4FFF-BF7C-C74F854FDD78}" srcOrd="0" destOrd="0" presId="urn:microsoft.com/office/officeart/2018/5/layout/IconCircleLabelList"/>
    <dgm:cxn modelId="{F1D4A712-698F-4D82-942C-115663CEE334}" type="presOf" srcId="{EA09D00F-C328-4647-9010-E96D21A717A0}" destId="{0397A8FD-29DD-4A3B-90B0-F2A259408CFB}" srcOrd="0" destOrd="0" presId="urn:microsoft.com/office/officeart/2018/5/layout/IconCircleLabelList"/>
    <dgm:cxn modelId="{AF4DC25F-90E7-49F8-A9D5-AE59B6D20A7C}" type="presOf" srcId="{24215BC1-A6D5-4F57-A9E7-E091391D2796}" destId="{4E09D7B6-73A1-4DC8-B7B1-70104CCFD606}" srcOrd="0" destOrd="0" presId="urn:microsoft.com/office/officeart/2018/5/layout/IconCircleLabelList"/>
    <dgm:cxn modelId="{EFCAAA4F-9EB2-4454-B83D-271E6E295212}" srcId="{24215BC1-A6D5-4F57-A9E7-E091391D2796}" destId="{FAEA426C-BD34-4BBF-853F-DA78313763B9}" srcOrd="2" destOrd="0" parTransId="{6570517E-C55A-4EAB-B2AA-DFFAF067A59E}" sibTransId="{20D5AD43-752F-4829-A243-74E0CDE7CD68}"/>
    <dgm:cxn modelId="{3DAEB8AE-8012-4D01-AB19-2B0FB98AC0FF}" srcId="{24215BC1-A6D5-4F57-A9E7-E091391D2796}" destId="{EA5611B0-1881-4C06-807C-B18A578BB0F1}" srcOrd="0" destOrd="0" parTransId="{AF67AB97-59B6-4CC6-98DA-67099E7393B5}" sibTransId="{A6538E0B-066E-45F1-86AF-AA143B08FB57}"/>
    <dgm:cxn modelId="{505BA6C3-1D83-47DE-BB74-03927D63DE7D}" type="presOf" srcId="{EA5611B0-1881-4C06-807C-B18A578BB0F1}" destId="{95887C90-56AA-4DF1-8664-79FBA7E72A2B}" srcOrd="0" destOrd="0" presId="urn:microsoft.com/office/officeart/2018/5/layout/IconCircleLabelList"/>
    <dgm:cxn modelId="{D041ADE9-8388-4C0B-8722-7E3CF48D6BF3}" srcId="{24215BC1-A6D5-4F57-A9E7-E091391D2796}" destId="{EA09D00F-C328-4647-9010-E96D21A717A0}" srcOrd="1" destOrd="0" parTransId="{1BCD7376-3478-4B06-93EF-18397B2CAC7C}" sibTransId="{7EB4848E-DC5F-4A64-96E9-E2C016A27352}"/>
    <dgm:cxn modelId="{8AC699B1-2304-46AE-8EE4-1E16C4348525}" type="presParOf" srcId="{4E09D7B6-73A1-4DC8-B7B1-70104CCFD606}" destId="{D19474EE-6761-4B66-9309-AB7557C1D005}" srcOrd="0" destOrd="0" presId="urn:microsoft.com/office/officeart/2018/5/layout/IconCircleLabelList"/>
    <dgm:cxn modelId="{0ABE6996-7891-4469-90D5-A4689C29DEF3}" type="presParOf" srcId="{D19474EE-6761-4B66-9309-AB7557C1D005}" destId="{F7F3E680-6945-4DD5-B83C-D6BDF056475F}" srcOrd="0" destOrd="0" presId="urn:microsoft.com/office/officeart/2018/5/layout/IconCircleLabelList"/>
    <dgm:cxn modelId="{EBC0A8ED-02C2-4FDD-B40A-70AD8B629C8F}" type="presParOf" srcId="{D19474EE-6761-4B66-9309-AB7557C1D005}" destId="{4205B212-5947-4041-9594-C04E0969670F}" srcOrd="1" destOrd="0" presId="urn:microsoft.com/office/officeart/2018/5/layout/IconCircleLabelList"/>
    <dgm:cxn modelId="{9AD93B99-10F5-4DF6-A168-89AFFC97DB5A}" type="presParOf" srcId="{D19474EE-6761-4B66-9309-AB7557C1D005}" destId="{F87A0356-84E6-4FD7-B722-E7C9CA16D5C0}" srcOrd="2" destOrd="0" presId="urn:microsoft.com/office/officeart/2018/5/layout/IconCircleLabelList"/>
    <dgm:cxn modelId="{72672BF4-8E28-49C2-A7A8-4097DA18A86D}" type="presParOf" srcId="{D19474EE-6761-4B66-9309-AB7557C1D005}" destId="{95887C90-56AA-4DF1-8664-79FBA7E72A2B}" srcOrd="3" destOrd="0" presId="urn:microsoft.com/office/officeart/2018/5/layout/IconCircleLabelList"/>
    <dgm:cxn modelId="{5A731B54-B249-4C5F-AB61-AB301726D123}" type="presParOf" srcId="{4E09D7B6-73A1-4DC8-B7B1-70104CCFD606}" destId="{3BB1E03B-9326-4479-9C81-7FC1A9F22007}" srcOrd="1" destOrd="0" presId="urn:microsoft.com/office/officeart/2018/5/layout/IconCircleLabelList"/>
    <dgm:cxn modelId="{E0E15F96-AE57-41E7-A6CD-EB0602D482C7}" type="presParOf" srcId="{4E09D7B6-73A1-4DC8-B7B1-70104CCFD606}" destId="{54249ABD-66A4-4477-92E1-8AB058808568}" srcOrd="2" destOrd="0" presId="urn:microsoft.com/office/officeart/2018/5/layout/IconCircleLabelList"/>
    <dgm:cxn modelId="{E6D13A7E-9162-4BE1-9EB5-4E45A2FC30AD}" type="presParOf" srcId="{54249ABD-66A4-4477-92E1-8AB058808568}" destId="{74F4760D-D1BA-441D-82AE-D5F24BDEB850}" srcOrd="0" destOrd="0" presId="urn:microsoft.com/office/officeart/2018/5/layout/IconCircleLabelList"/>
    <dgm:cxn modelId="{CB83AB90-0E05-4B13-8F5F-95F9281F4511}" type="presParOf" srcId="{54249ABD-66A4-4477-92E1-8AB058808568}" destId="{909FF142-6183-40A7-9A18-26332BCFD923}" srcOrd="1" destOrd="0" presId="urn:microsoft.com/office/officeart/2018/5/layout/IconCircleLabelList"/>
    <dgm:cxn modelId="{70F99B92-62DE-4294-A7E8-5FEAC45ABADE}" type="presParOf" srcId="{54249ABD-66A4-4477-92E1-8AB058808568}" destId="{0A9A6F39-55DB-4A74-BC4B-BB32357CDBED}" srcOrd="2" destOrd="0" presId="urn:microsoft.com/office/officeart/2018/5/layout/IconCircleLabelList"/>
    <dgm:cxn modelId="{03D0E375-6F85-4CBF-915B-C824192BFCCF}" type="presParOf" srcId="{54249ABD-66A4-4477-92E1-8AB058808568}" destId="{0397A8FD-29DD-4A3B-90B0-F2A259408CFB}" srcOrd="3" destOrd="0" presId="urn:microsoft.com/office/officeart/2018/5/layout/IconCircleLabelList"/>
    <dgm:cxn modelId="{725EC8F0-A567-4E31-AB1B-053617773451}" type="presParOf" srcId="{4E09D7B6-73A1-4DC8-B7B1-70104CCFD606}" destId="{437F95BB-A325-4CA2-A048-90183A6C61D7}" srcOrd="3" destOrd="0" presId="urn:microsoft.com/office/officeart/2018/5/layout/IconCircleLabelList"/>
    <dgm:cxn modelId="{8E719EE7-A922-4284-8463-B292C5989FB1}" type="presParOf" srcId="{4E09D7B6-73A1-4DC8-B7B1-70104CCFD606}" destId="{6014CE42-6621-41B5-966F-255F3D66C783}" srcOrd="4" destOrd="0" presId="urn:microsoft.com/office/officeart/2018/5/layout/IconCircleLabelList"/>
    <dgm:cxn modelId="{E3F2CBBA-36B0-4ED9-90D2-BABF00D46103}" type="presParOf" srcId="{6014CE42-6621-41B5-966F-255F3D66C783}" destId="{EE6E0256-9AAC-418E-B177-149F37DC97A0}" srcOrd="0" destOrd="0" presId="urn:microsoft.com/office/officeart/2018/5/layout/IconCircleLabelList"/>
    <dgm:cxn modelId="{1E5821B3-B60D-4485-AFA6-AAA868B33FB8}" type="presParOf" srcId="{6014CE42-6621-41B5-966F-255F3D66C783}" destId="{683F3C4C-F8F2-4914-B211-3296E1760942}" srcOrd="1" destOrd="0" presId="urn:microsoft.com/office/officeart/2018/5/layout/IconCircleLabelList"/>
    <dgm:cxn modelId="{E1EEEFDC-673A-4DCB-9B76-F13C6D612A4D}" type="presParOf" srcId="{6014CE42-6621-41B5-966F-255F3D66C783}" destId="{974BA367-B3E8-470A-87CF-176731A19F36}" srcOrd="2" destOrd="0" presId="urn:microsoft.com/office/officeart/2018/5/layout/IconCircleLabelList"/>
    <dgm:cxn modelId="{774DF337-D066-4F30-93B6-940C43B984BF}" type="presParOf" srcId="{6014CE42-6621-41B5-966F-255F3D66C783}" destId="{D12CFDF4-4686-4FFF-BF7C-C74F854FDD7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31F2A8-7B1B-4106-8F20-D9320F6CCFED}">
      <dsp:nvSpPr>
        <dsp:cNvPr id="0" name=""/>
        <dsp:cNvSpPr/>
      </dsp:nvSpPr>
      <dsp:spPr>
        <a:xfrm>
          <a:off x="145153" y="800136"/>
          <a:ext cx="1005669" cy="100566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83C96A-C605-405C-80A5-29EFCDF783DD}">
      <dsp:nvSpPr>
        <dsp:cNvPr id="0" name=""/>
        <dsp:cNvSpPr/>
      </dsp:nvSpPr>
      <dsp:spPr>
        <a:xfrm>
          <a:off x="356344" y="1011326"/>
          <a:ext cx="583288" cy="5832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D89D43-1B6C-4D8B-A090-F62109EC8735}">
      <dsp:nvSpPr>
        <dsp:cNvPr id="0" name=""/>
        <dsp:cNvSpPr/>
      </dsp:nvSpPr>
      <dsp:spPr>
        <a:xfrm>
          <a:off x="1366323" y="800136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Objective: To analyze stock trends, calculate volatility, and create an interactive dashboard.</a:t>
          </a:r>
        </a:p>
      </dsp:txBody>
      <dsp:txXfrm>
        <a:off x="1366323" y="800136"/>
        <a:ext cx="2370505" cy="1005669"/>
      </dsp:txXfrm>
    </dsp:sp>
    <dsp:sp modelId="{197C6642-E1C3-44A8-BD77-9FDD7E4C1DFA}">
      <dsp:nvSpPr>
        <dsp:cNvPr id="0" name=""/>
        <dsp:cNvSpPr/>
      </dsp:nvSpPr>
      <dsp:spPr>
        <a:xfrm>
          <a:off x="4149871" y="800136"/>
          <a:ext cx="1005669" cy="100566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59EFA9-D148-4A4E-969E-FAE78F7B9953}">
      <dsp:nvSpPr>
        <dsp:cNvPr id="0" name=""/>
        <dsp:cNvSpPr/>
      </dsp:nvSpPr>
      <dsp:spPr>
        <a:xfrm>
          <a:off x="4361061" y="1011326"/>
          <a:ext cx="583288" cy="5832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1959FA-EAF1-4614-8EE4-65BD6385BEC9}">
      <dsp:nvSpPr>
        <dsp:cNvPr id="0" name=""/>
        <dsp:cNvSpPr/>
      </dsp:nvSpPr>
      <dsp:spPr>
        <a:xfrm>
          <a:off x="5371040" y="800136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Technologies Used:</a:t>
          </a:r>
        </a:p>
      </dsp:txBody>
      <dsp:txXfrm>
        <a:off x="5371040" y="800136"/>
        <a:ext cx="2370505" cy="1005669"/>
      </dsp:txXfrm>
    </dsp:sp>
    <dsp:sp modelId="{32F1D08B-DFAE-485D-B4D2-1BFFCF4B8C69}">
      <dsp:nvSpPr>
        <dsp:cNvPr id="0" name=""/>
        <dsp:cNvSpPr/>
      </dsp:nvSpPr>
      <dsp:spPr>
        <a:xfrm>
          <a:off x="145153" y="2545532"/>
          <a:ext cx="1005669" cy="100566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50CBF9-9862-492B-BBC0-92B8785FC058}">
      <dsp:nvSpPr>
        <dsp:cNvPr id="0" name=""/>
        <dsp:cNvSpPr/>
      </dsp:nvSpPr>
      <dsp:spPr>
        <a:xfrm>
          <a:off x="356344" y="2756723"/>
          <a:ext cx="583288" cy="5832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848256-CF09-4775-BD97-E06C5531E5C1}">
      <dsp:nvSpPr>
        <dsp:cNvPr id="0" name=""/>
        <dsp:cNvSpPr/>
      </dsp:nvSpPr>
      <dsp:spPr>
        <a:xfrm>
          <a:off x="1366323" y="2545532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Power BI for Data Visualization</a:t>
          </a:r>
        </a:p>
      </dsp:txBody>
      <dsp:txXfrm>
        <a:off x="1366323" y="2545532"/>
        <a:ext cx="2370505" cy="1005669"/>
      </dsp:txXfrm>
    </dsp:sp>
    <dsp:sp modelId="{EE26C739-114A-4930-9C93-757E64A25D4F}">
      <dsp:nvSpPr>
        <dsp:cNvPr id="0" name=""/>
        <dsp:cNvSpPr/>
      </dsp:nvSpPr>
      <dsp:spPr>
        <a:xfrm>
          <a:off x="4149871" y="2545532"/>
          <a:ext cx="1005669" cy="100566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104D18-F761-4D4D-9A3A-B0367CAA2C00}">
      <dsp:nvSpPr>
        <dsp:cNvPr id="0" name=""/>
        <dsp:cNvSpPr/>
      </dsp:nvSpPr>
      <dsp:spPr>
        <a:xfrm>
          <a:off x="4361061" y="2756723"/>
          <a:ext cx="583288" cy="58328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2578D7-05E1-442D-AB60-1283D252D945}">
      <dsp:nvSpPr>
        <dsp:cNvPr id="0" name=""/>
        <dsp:cNvSpPr/>
      </dsp:nvSpPr>
      <dsp:spPr>
        <a:xfrm>
          <a:off x="5371040" y="2545532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Python API (Optional, for fetching data)</a:t>
          </a:r>
        </a:p>
      </dsp:txBody>
      <dsp:txXfrm>
        <a:off x="5371040" y="2545532"/>
        <a:ext cx="2370505" cy="10056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D4CCA2-A177-4D91-ADD1-B16FFD0F345D}">
      <dsp:nvSpPr>
        <dsp:cNvPr id="0" name=""/>
        <dsp:cNvSpPr/>
      </dsp:nvSpPr>
      <dsp:spPr>
        <a:xfrm>
          <a:off x="145153" y="800136"/>
          <a:ext cx="1005669" cy="100566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7A7AD1-A330-481F-9580-278FA387553A}">
      <dsp:nvSpPr>
        <dsp:cNvPr id="0" name=""/>
        <dsp:cNvSpPr/>
      </dsp:nvSpPr>
      <dsp:spPr>
        <a:xfrm>
          <a:off x="356344" y="1011326"/>
          <a:ext cx="583288" cy="5832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6CAC71-77BC-446E-929E-F45DB4279B34}">
      <dsp:nvSpPr>
        <dsp:cNvPr id="0" name=""/>
        <dsp:cNvSpPr/>
      </dsp:nvSpPr>
      <dsp:spPr>
        <a:xfrm>
          <a:off x="1366323" y="800136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Highest Dividend Stock</a:t>
          </a:r>
        </a:p>
      </dsp:txBody>
      <dsp:txXfrm>
        <a:off x="1366323" y="800136"/>
        <a:ext cx="2370505" cy="1005669"/>
      </dsp:txXfrm>
    </dsp:sp>
    <dsp:sp modelId="{2CF4891B-10B2-454F-B53B-1086DD3C09FD}">
      <dsp:nvSpPr>
        <dsp:cNvPr id="0" name=""/>
        <dsp:cNvSpPr/>
      </dsp:nvSpPr>
      <dsp:spPr>
        <a:xfrm>
          <a:off x="4149871" y="800136"/>
          <a:ext cx="1005669" cy="100566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D404A3-13ED-4E98-9CAD-3632DE65E6E7}">
      <dsp:nvSpPr>
        <dsp:cNvPr id="0" name=""/>
        <dsp:cNvSpPr/>
      </dsp:nvSpPr>
      <dsp:spPr>
        <a:xfrm>
          <a:off x="4361061" y="1011326"/>
          <a:ext cx="583288" cy="5832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828DE8-7B7C-4D70-8BAC-1331C5A8169B}">
      <dsp:nvSpPr>
        <dsp:cNvPr id="0" name=""/>
        <dsp:cNvSpPr/>
      </dsp:nvSpPr>
      <dsp:spPr>
        <a:xfrm>
          <a:off x="5371040" y="800136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Most Volatile Stock</a:t>
          </a:r>
        </a:p>
      </dsp:txBody>
      <dsp:txXfrm>
        <a:off x="5371040" y="800136"/>
        <a:ext cx="2370505" cy="1005669"/>
      </dsp:txXfrm>
    </dsp:sp>
    <dsp:sp modelId="{806BB426-A50E-493F-B511-F70E7693E584}">
      <dsp:nvSpPr>
        <dsp:cNvPr id="0" name=""/>
        <dsp:cNvSpPr/>
      </dsp:nvSpPr>
      <dsp:spPr>
        <a:xfrm>
          <a:off x="145153" y="2545532"/>
          <a:ext cx="1005669" cy="100566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D478F3-BCDE-4990-9004-5C588C97A248}">
      <dsp:nvSpPr>
        <dsp:cNvPr id="0" name=""/>
        <dsp:cNvSpPr/>
      </dsp:nvSpPr>
      <dsp:spPr>
        <a:xfrm>
          <a:off x="356344" y="2756723"/>
          <a:ext cx="583288" cy="5832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02552C-EFB7-4D4F-9170-EA2FC76D792D}">
      <dsp:nvSpPr>
        <dsp:cNvPr id="0" name=""/>
        <dsp:cNvSpPr/>
      </dsp:nvSpPr>
      <dsp:spPr>
        <a:xfrm>
          <a:off x="1366323" y="2545532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Stock-wise Average Daily Trading Volume</a:t>
          </a:r>
        </a:p>
      </dsp:txBody>
      <dsp:txXfrm>
        <a:off x="1366323" y="2545532"/>
        <a:ext cx="2370505" cy="1005669"/>
      </dsp:txXfrm>
    </dsp:sp>
    <dsp:sp modelId="{ADF68D4B-0F1C-4EA0-9CEA-C1E8A76495E1}">
      <dsp:nvSpPr>
        <dsp:cNvPr id="0" name=""/>
        <dsp:cNvSpPr/>
      </dsp:nvSpPr>
      <dsp:spPr>
        <a:xfrm>
          <a:off x="4149871" y="2545532"/>
          <a:ext cx="1005669" cy="100566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F6D92A-27ED-4736-B391-37CBD485A3B2}">
      <dsp:nvSpPr>
        <dsp:cNvPr id="0" name=""/>
        <dsp:cNvSpPr/>
      </dsp:nvSpPr>
      <dsp:spPr>
        <a:xfrm>
          <a:off x="4361061" y="2756723"/>
          <a:ext cx="583288" cy="58328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691943-2C39-4E2A-BBC6-D1ACBF244810}">
      <dsp:nvSpPr>
        <dsp:cNvPr id="0" name=""/>
        <dsp:cNvSpPr/>
      </dsp:nvSpPr>
      <dsp:spPr>
        <a:xfrm>
          <a:off x="5371040" y="2545532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Highest &amp; Lowest of 52 Weeks</a:t>
          </a:r>
        </a:p>
      </dsp:txBody>
      <dsp:txXfrm>
        <a:off x="5371040" y="2545532"/>
        <a:ext cx="2370505" cy="100566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509857-5C2E-46E7-8B6D-DD6D50639994}">
      <dsp:nvSpPr>
        <dsp:cNvPr id="0" name=""/>
        <dsp:cNvSpPr/>
      </dsp:nvSpPr>
      <dsp:spPr>
        <a:xfrm>
          <a:off x="0" y="368"/>
          <a:ext cx="3543300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76D7EA7-FB42-4D75-87E7-BBB4BD126F36}">
      <dsp:nvSpPr>
        <dsp:cNvPr id="0" name=""/>
        <dsp:cNvSpPr/>
      </dsp:nvSpPr>
      <dsp:spPr>
        <a:xfrm>
          <a:off x="0" y="368"/>
          <a:ext cx="3543300" cy="6030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bg2"/>
              </a:solidFill>
            </a:rPr>
            <a:t>Dashboard Includes:</a:t>
          </a:r>
          <a:endParaRPr lang="en-US" sz="1600" kern="1200" dirty="0">
            <a:solidFill>
              <a:schemeClr val="bg2"/>
            </a:solidFill>
          </a:endParaRPr>
        </a:p>
      </dsp:txBody>
      <dsp:txXfrm>
        <a:off x="0" y="368"/>
        <a:ext cx="3543300" cy="603022"/>
      </dsp:txXfrm>
    </dsp:sp>
    <dsp:sp modelId="{A533B875-41CC-4F4D-AD31-29244C20BFD3}">
      <dsp:nvSpPr>
        <dsp:cNvPr id="0" name=""/>
        <dsp:cNvSpPr/>
      </dsp:nvSpPr>
      <dsp:spPr>
        <a:xfrm>
          <a:off x="0" y="603390"/>
          <a:ext cx="3543300" cy="0"/>
        </a:xfrm>
        <a:prstGeom prst="line">
          <a:avLst/>
        </a:prstGeom>
        <a:gradFill rotWithShape="0">
          <a:gsLst>
            <a:gs pos="0">
              <a:schemeClr val="accent5">
                <a:hueOff val="-2483469"/>
                <a:satOff val="9953"/>
                <a:lumOff val="2157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2483469"/>
                <a:satOff val="9953"/>
                <a:lumOff val="2157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2483469"/>
              <a:satOff val="9953"/>
              <a:lumOff val="2157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3848664-C7AA-4AF1-8F2E-C06DD29584B3}">
      <dsp:nvSpPr>
        <dsp:cNvPr id="0" name=""/>
        <dsp:cNvSpPr/>
      </dsp:nvSpPr>
      <dsp:spPr>
        <a:xfrm>
          <a:off x="0" y="603390"/>
          <a:ext cx="3543300" cy="6030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bg2"/>
              </a:solidFill>
            </a:rPr>
            <a:t>- Line Chart for Price Trends</a:t>
          </a:r>
          <a:endParaRPr lang="en-US" sz="1600" kern="1200" dirty="0">
            <a:solidFill>
              <a:schemeClr val="bg2"/>
            </a:solidFill>
          </a:endParaRPr>
        </a:p>
      </dsp:txBody>
      <dsp:txXfrm>
        <a:off x="0" y="603390"/>
        <a:ext cx="3543300" cy="603022"/>
      </dsp:txXfrm>
    </dsp:sp>
    <dsp:sp modelId="{E31298C8-42ED-409C-8264-6E243B805E97}">
      <dsp:nvSpPr>
        <dsp:cNvPr id="0" name=""/>
        <dsp:cNvSpPr/>
      </dsp:nvSpPr>
      <dsp:spPr>
        <a:xfrm>
          <a:off x="0" y="1206413"/>
          <a:ext cx="3543300" cy="0"/>
        </a:xfrm>
        <a:prstGeom prst="line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AE35ECE-6BBC-4EA9-9234-829AE2433C2E}">
      <dsp:nvSpPr>
        <dsp:cNvPr id="0" name=""/>
        <dsp:cNvSpPr/>
      </dsp:nvSpPr>
      <dsp:spPr>
        <a:xfrm>
          <a:off x="0" y="1206413"/>
          <a:ext cx="3543300" cy="6030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</a:t>
          </a:r>
          <a:r>
            <a:rPr lang="en-US" sz="1600" kern="1200">
              <a:solidFill>
                <a:schemeClr val="bg2"/>
              </a:solidFill>
            </a:rPr>
            <a:t>Bar Chart for Daily Trading Volume</a:t>
          </a:r>
          <a:endParaRPr lang="en-US" sz="1600" kern="1200" dirty="0">
            <a:solidFill>
              <a:schemeClr val="bg2"/>
            </a:solidFill>
          </a:endParaRPr>
        </a:p>
      </dsp:txBody>
      <dsp:txXfrm>
        <a:off x="0" y="1206413"/>
        <a:ext cx="3543300" cy="603022"/>
      </dsp:txXfrm>
    </dsp:sp>
    <dsp:sp modelId="{82901046-D40D-467E-BE5A-37D86F17BACB}">
      <dsp:nvSpPr>
        <dsp:cNvPr id="0" name=""/>
        <dsp:cNvSpPr/>
      </dsp:nvSpPr>
      <dsp:spPr>
        <a:xfrm>
          <a:off x="0" y="1809435"/>
          <a:ext cx="3543300" cy="0"/>
        </a:xfrm>
        <a:prstGeom prst="line">
          <a:avLst/>
        </a:prstGeom>
        <a:gradFill rotWithShape="0">
          <a:gsLst>
            <a:gs pos="0">
              <a:schemeClr val="accent5">
                <a:hueOff val="-7450407"/>
                <a:satOff val="29858"/>
                <a:lumOff val="6471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7450407"/>
                <a:satOff val="29858"/>
                <a:lumOff val="6471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7450407"/>
              <a:satOff val="29858"/>
              <a:lumOff val="6471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A20A209-B504-4CF3-AC13-5D434467C775}">
      <dsp:nvSpPr>
        <dsp:cNvPr id="0" name=""/>
        <dsp:cNvSpPr/>
      </dsp:nvSpPr>
      <dsp:spPr>
        <a:xfrm>
          <a:off x="0" y="1809435"/>
          <a:ext cx="3543300" cy="6030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</a:t>
          </a:r>
          <a:r>
            <a:rPr lang="en-US" sz="1600" kern="1200">
              <a:solidFill>
                <a:schemeClr val="bg2"/>
              </a:solidFill>
            </a:rPr>
            <a:t>Pie/Donut Chart for Market Cap</a:t>
          </a:r>
          <a:endParaRPr lang="en-US" sz="1600" kern="1200" dirty="0">
            <a:solidFill>
              <a:schemeClr val="bg2"/>
            </a:solidFill>
          </a:endParaRPr>
        </a:p>
      </dsp:txBody>
      <dsp:txXfrm>
        <a:off x="0" y="1809435"/>
        <a:ext cx="3543300" cy="603022"/>
      </dsp:txXfrm>
    </dsp:sp>
    <dsp:sp modelId="{70BEB3C3-AD4A-4947-9359-E7D9AAA3594E}">
      <dsp:nvSpPr>
        <dsp:cNvPr id="0" name=""/>
        <dsp:cNvSpPr/>
      </dsp:nvSpPr>
      <dsp:spPr>
        <a:xfrm>
          <a:off x="0" y="2412458"/>
          <a:ext cx="3543300" cy="0"/>
        </a:xfrm>
        <a:prstGeom prst="line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CBA2204-C7A6-43A7-AD4B-4149E5442281}">
      <dsp:nvSpPr>
        <dsp:cNvPr id="0" name=""/>
        <dsp:cNvSpPr/>
      </dsp:nvSpPr>
      <dsp:spPr>
        <a:xfrm>
          <a:off x="0" y="2412458"/>
          <a:ext cx="3543300" cy="6030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</a:t>
          </a:r>
          <a:r>
            <a:rPr lang="en-US" sz="1600" kern="1200">
              <a:solidFill>
                <a:schemeClr val="bg2"/>
              </a:solidFill>
            </a:rPr>
            <a:t>Stock Comparison &amp; Volatility Analysis</a:t>
          </a:r>
          <a:endParaRPr lang="en-US" sz="1600" kern="1200" dirty="0">
            <a:solidFill>
              <a:schemeClr val="bg2"/>
            </a:solidFill>
          </a:endParaRPr>
        </a:p>
      </dsp:txBody>
      <dsp:txXfrm>
        <a:off x="0" y="2412458"/>
        <a:ext cx="3543300" cy="60302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F3E680-6945-4DD5-B83C-D6BDF056475F}">
      <dsp:nvSpPr>
        <dsp:cNvPr id="0" name=""/>
        <dsp:cNvSpPr/>
      </dsp:nvSpPr>
      <dsp:spPr>
        <a:xfrm>
          <a:off x="530099" y="893169"/>
          <a:ext cx="1406812" cy="1406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05B212-5947-4041-9594-C04E0969670F}">
      <dsp:nvSpPr>
        <dsp:cNvPr id="0" name=""/>
        <dsp:cNvSpPr/>
      </dsp:nvSpPr>
      <dsp:spPr>
        <a:xfrm>
          <a:off x="829912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887C90-56AA-4DF1-8664-79FBA7E72A2B}">
      <dsp:nvSpPr>
        <dsp:cNvPr id="0" name=""/>
        <dsp:cNvSpPr/>
      </dsp:nvSpPr>
      <dsp:spPr>
        <a:xfrm>
          <a:off x="80381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b="1" kern="1200"/>
            <a:t>- Issues with Data Transformation</a:t>
          </a:r>
        </a:p>
      </dsp:txBody>
      <dsp:txXfrm>
        <a:off x="80381" y="2738169"/>
        <a:ext cx="2306250" cy="720000"/>
      </dsp:txXfrm>
    </dsp:sp>
    <dsp:sp modelId="{74F4760D-D1BA-441D-82AE-D5F24BDEB850}">
      <dsp:nvSpPr>
        <dsp:cNvPr id="0" name=""/>
        <dsp:cNvSpPr/>
      </dsp:nvSpPr>
      <dsp:spPr>
        <a:xfrm>
          <a:off x="3239943" y="893169"/>
          <a:ext cx="1406812" cy="1406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9FF142-6183-40A7-9A18-26332BCFD923}">
      <dsp:nvSpPr>
        <dsp:cNvPr id="0" name=""/>
        <dsp:cNvSpPr/>
      </dsp:nvSpPr>
      <dsp:spPr>
        <a:xfrm>
          <a:off x="3539756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97A8FD-29DD-4A3B-90B0-F2A259408CFB}">
      <dsp:nvSpPr>
        <dsp:cNvPr id="0" name=""/>
        <dsp:cNvSpPr/>
      </dsp:nvSpPr>
      <dsp:spPr>
        <a:xfrm>
          <a:off x="2790224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b="1" kern="1200"/>
            <a:t>- Challenges in DAX Calculations</a:t>
          </a:r>
        </a:p>
      </dsp:txBody>
      <dsp:txXfrm>
        <a:off x="2790224" y="2738169"/>
        <a:ext cx="2306250" cy="720000"/>
      </dsp:txXfrm>
    </dsp:sp>
    <dsp:sp modelId="{EE6E0256-9AAC-418E-B177-149F37DC97A0}">
      <dsp:nvSpPr>
        <dsp:cNvPr id="0" name=""/>
        <dsp:cNvSpPr/>
      </dsp:nvSpPr>
      <dsp:spPr>
        <a:xfrm>
          <a:off x="5949787" y="893169"/>
          <a:ext cx="1406812" cy="1406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3F3C4C-F8F2-4914-B211-3296E1760942}">
      <dsp:nvSpPr>
        <dsp:cNvPr id="0" name=""/>
        <dsp:cNvSpPr/>
      </dsp:nvSpPr>
      <dsp:spPr>
        <a:xfrm>
          <a:off x="6249600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2CFDF4-4686-4FFF-BF7C-C74F854FDD78}">
      <dsp:nvSpPr>
        <dsp:cNvPr id="0" name=""/>
        <dsp:cNvSpPr/>
      </dsp:nvSpPr>
      <dsp:spPr>
        <a:xfrm>
          <a:off x="5500068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b="1" kern="1200"/>
            <a:t>- Fixed Aggregation Errors &amp; Data Types</a:t>
          </a:r>
        </a:p>
      </dsp:txBody>
      <dsp:txXfrm>
        <a:off x="5500068" y="2738169"/>
        <a:ext cx="230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4B7DB605-1D25-306C-CD3D-39E36F1AF5E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16972" r="8029"/>
          <a:stretch/>
        </p:blipFill>
        <p:spPr>
          <a:xfrm>
            <a:off x="30807" y="17366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3900" y="965200"/>
            <a:ext cx="7696200" cy="3564869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IN" sz="7800">
                <a:ln w="22225">
                  <a:solidFill>
                    <a:schemeClr val="tx1"/>
                  </a:solidFill>
                  <a:miter lim="800000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Stock Market Analysis Dashboard</a:t>
            </a:r>
            <a:endParaRPr lang="en-IN" sz="7800" dirty="0">
              <a:ln w="22225">
                <a:solidFill>
                  <a:schemeClr val="tx1"/>
                </a:solidFill>
                <a:miter lim="800000"/>
              </a:ln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3900" y="4572002"/>
            <a:ext cx="7696200" cy="1202995"/>
          </a:xfrm>
        </p:spPr>
        <p:txBody>
          <a:bodyPr>
            <a:normAutofit/>
          </a:bodyPr>
          <a:lstStyle/>
          <a:p>
            <a:pPr algn="l"/>
            <a:r>
              <a:rPr lang="en-US" sz="2800" dirty="0"/>
              <a:t>Built Using Power BI with Advanced Visuals</a:t>
            </a:r>
          </a:p>
        </p:txBody>
      </p:sp>
      <p:sp>
        <p:nvSpPr>
          <p:cNvPr id="25" name="Scroll: Horizontal 24">
            <a:extLst>
              <a:ext uri="{FF2B5EF4-FFF2-40B4-BE49-F238E27FC236}">
                <a16:creationId xmlns:a16="http://schemas.microsoft.com/office/drawing/2014/main" id="{BFD7EEC9-FC9D-AF1F-A1F7-9EAD63C8560F}"/>
              </a:ext>
            </a:extLst>
          </p:cNvPr>
          <p:cNvSpPr/>
          <p:nvPr/>
        </p:nvSpPr>
        <p:spPr>
          <a:xfrm rot="276171">
            <a:off x="5212782" y="27347"/>
            <a:ext cx="3888039" cy="1231820"/>
          </a:xfrm>
          <a:prstGeom prst="horizontalScroll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A47C581E-CC9D-5B4C-D6B8-7DE051483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40964">
            <a:off x="5365760" y="186054"/>
            <a:ext cx="3455991" cy="984366"/>
          </a:xfrm>
          <a:prstGeom prst="rect">
            <a:avLst/>
          </a:prstGeom>
        </p:spPr>
      </p:pic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0750BDF-EDCC-41D0-150D-59CB26795ACB}"/>
              </a:ext>
            </a:extLst>
          </p:cNvPr>
          <p:cNvCxnSpPr/>
          <p:nvPr/>
        </p:nvCxnSpPr>
        <p:spPr>
          <a:xfrm>
            <a:off x="890752" y="4593691"/>
            <a:ext cx="6077607" cy="630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3" name="Cloud 42">
            <a:extLst>
              <a:ext uri="{FF2B5EF4-FFF2-40B4-BE49-F238E27FC236}">
                <a16:creationId xmlns:a16="http://schemas.microsoft.com/office/drawing/2014/main" id="{4D6C80D8-09F2-4D30-BE7E-BB3CCD597883}"/>
              </a:ext>
            </a:extLst>
          </p:cNvPr>
          <p:cNvSpPr/>
          <p:nvPr/>
        </p:nvSpPr>
        <p:spPr>
          <a:xfrm>
            <a:off x="30807" y="5878935"/>
            <a:ext cx="2585545" cy="961699"/>
          </a:xfrm>
          <a:prstGeom prst="cloud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b="1" i="0" u="sng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Internship ID:</a:t>
            </a:r>
            <a:r>
              <a:rPr lang="en-IN" sz="18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UMIP281177</a:t>
            </a:r>
            <a:endParaRPr lang="en-IN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close-up of a blue background&#10;&#10;AI-generated content may be incorrect.">
            <a:extLst>
              <a:ext uri="{FF2B5EF4-FFF2-40B4-BE49-F238E27FC236}">
                <a16:creationId xmlns:a16="http://schemas.microsoft.com/office/drawing/2014/main" id="{2BE2B97F-8072-5038-DB55-C1E37B1ECDA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r="10999" b="-1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Project Overview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B2038074-2612-F923-2377-0182473361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6245334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2" name="Picture 21">
            <a:extLst>
              <a:ext uri="{FF2B5EF4-FFF2-40B4-BE49-F238E27FC236}">
                <a16:creationId xmlns:a16="http://schemas.microsoft.com/office/drawing/2014/main" id="{464FA176-B732-4A51-1E28-5351D43A16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622536" y="-517751"/>
            <a:ext cx="2143125" cy="2143125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IN" sz="3000" dirty="0">
                <a:solidFill>
                  <a:srgbClr val="FFFFFF"/>
                </a:solidFill>
              </a:rPr>
              <a:t>Data Collection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36295" y="649480"/>
            <a:ext cx="2268977" cy="5546047"/>
          </a:xfrm>
        </p:spPr>
        <p:txBody>
          <a:bodyPr anchor="ctr">
            <a:normAutofit/>
          </a:bodyPr>
          <a:lstStyle/>
          <a:p>
            <a:r>
              <a:rPr lang="en-US" sz="1700"/>
              <a:t>Source: CSV / API Link</a:t>
            </a:r>
          </a:p>
          <a:p>
            <a:r>
              <a:rPr lang="en-US" sz="1700"/>
              <a:t>Description of data fields:</a:t>
            </a:r>
          </a:p>
          <a:p>
            <a:r>
              <a:rPr lang="en-US" sz="1700"/>
              <a:t>- Date, Open, High, Low, Close, Volume, etc.</a:t>
            </a:r>
          </a:p>
          <a:p>
            <a:r>
              <a:rPr lang="en-US" sz="1700"/>
              <a:t>Data Cleaning:</a:t>
            </a:r>
          </a:p>
          <a:p>
            <a:r>
              <a:rPr lang="en-US" sz="1700"/>
              <a:t>- Removed null values</a:t>
            </a:r>
          </a:p>
          <a:p>
            <a:r>
              <a:rPr lang="en-US" sz="1700"/>
              <a:t>- Corrected data types</a:t>
            </a:r>
          </a:p>
        </p:txBody>
      </p:sp>
      <p:pic>
        <p:nvPicPr>
          <p:cNvPr id="7" name="Graphic 6" descr="Flowchart">
            <a:extLst>
              <a:ext uri="{FF2B5EF4-FFF2-40B4-BE49-F238E27FC236}">
                <a16:creationId xmlns:a16="http://schemas.microsoft.com/office/drawing/2014/main" id="{8F16A4AF-EF01-29BD-7247-CA71C8E05B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2126" y="2079023"/>
            <a:ext cx="2711832" cy="2711832"/>
          </a:xfrm>
          <a:prstGeom prst="rect">
            <a:avLst/>
          </a:prstGeom>
        </p:spPr>
      </p:pic>
      <p:pic>
        <p:nvPicPr>
          <p:cNvPr id="8" name="Picture 7" descr="A close-up of a blue background&#10;&#10;AI-generated content may be incorrect.">
            <a:extLst>
              <a:ext uri="{FF2B5EF4-FFF2-40B4-BE49-F238E27FC236}">
                <a16:creationId xmlns:a16="http://schemas.microsoft.com/office/drawing/2014/main" id="{68ED9D82-CE10-5B41-5BF8-3E64B225288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rcRect r="10999" b="-1"/>
          <a:stretch/>
        </p:blipFill>
        <p:spPr>
          <a:xfrm>
            <a:off x="3028376" y="10138"/>
            <a:ext cx="6115623" cy="686813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0C67359-E8DE-8897-9AB4-5B2E2F60F0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92572" y="-484714"/>
            <a:ext cx="2143125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A4EDB7-B4CA-18FA-A60B-5A38D1F651B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l="18000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Key Metrics &amp; KPIs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1623F6F-D6C4-4FEC-DDB9-3B412EC7F7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835682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CE88EC13-4D7D-146E-0CC6-9DB57D510C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573550" y="-535536"/>
            <a:ext cx="2143125" cy="2143125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B250C39F-3F6C-4D53-86D2-7BC6B2FF6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42C57C8D-A4EC-D34E-F506-B48EDB6CBB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999" b="-1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70A48D59-8581-41F7-B529-F4617FE0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46000">
                <a:schemeClr val="tx1">
                  <a:lumMod val="95000"/>
                  <a:lumOff val="5000"/>
                </a:schemeClr>
              </a:gs>
              <a:gs pos="90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675" y="910431"/>
            <a:ext cx="3543300" cy="1466455"/>
          </a:xfrm>
        </p:spPr>
        <p:txBody>
          <a:bodyPr anchor="b">
            <a:normAutofit/>
          </a:bodyPr>
          <a:lstStyle/>
          <a:p>
            <a:r>
              <a:rPr lang="en-IN">
                <a:ln w="22225">
                  <a:solidFill>
                    <a:srgbClr val="FFFFFF"/>
                  </a:solidFill>
                </a:ln>
                <a:solidFill>
                  <a:schemeClr val="bg1"/>
                </a:solidFill>
              </a:rPr>
              <a:t>Dashboard Layout Design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654" y="115193"/>
            <a:ext cx="8954691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CCE80A5A-DC3B-D2D0-2855-84F5670B0A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7123236"/>
              </p:ext>
            </p:extLst>
          </p:nvPr>
        </p:nvGraphicFramePr>
        <p:xfrm>
          <a:off x="828675" y="2492080"/>
          <a:ext cx="3543300" cy="30158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DE16B8EC-28D1-79AE-942F-AFD4EBFF2D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71074" y="-409412"/>
            <a:ext cx="2143125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alculator, pen, compass, money and a paper with graphs printed on it">
            <a:extLst>
              <a:ext uri="{FF2B5EF4-FFF2-40B4-BE49-F238E27FC236}">
                <a16:creationId xmlns:a16="http://schemas.microsoft.com/office/drawing/2014/main" id="{5B6C3F7B-3290-6A01-1E72-44A479199B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482" t="6593" r="29161"/>
          <a:stretch/>
        </p:blipFill>
        <p:spPr>
          <a:xfrm>
            <a:off x="2641851" y="10"/>
            <a:ext cx="6502149" cy="685799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731745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8320" y="1161288"/>
            <a:ext cx="2578608" cy="1124712"/>
          </a:xfrm>
        </p:spPr>
        <p:txBody>
          <a:bodyPr anchor="b">
            <a:normAutofit/>
          </a:bodyPr>
          <a:lstStyle/>
          <a:p>
            <a:r>
              <a:rPr lang="en-IN" sz="2400">
                <a:ln w="22225">
                  <a:solidFill>
                    <a:srgbClr val="FFFFFF"/>
                  </a:solidFill>
                </a:ln>
                <a:solidFill>
                  <a:schemeClr val="bg1"/>
                </a:solidFill>
              </a:rPr>
              <a:t>Advanced Visuals &amp; Charts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87775" y="674370"/>
            <a:ext cx="73152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183" y="2443480"/>
            <a:ext cx="2475738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8320" y="2718054"/>
            <a:ext cx="2579180" cy="3207258"/>
          </a:xfrm>
        </p:spPr>
        <p:txBody>
          <a:bodyPr anchor="t">
            <a:normAutofit/>
          </a:bodyPr>
          <a:lstStyle/>
          <a:p>
            <a:r>
              <a:rPr lang="en-US" sz="1500">
                <a:solidFill>
                  <a:schemeClr val="bg1"/>
                </a:solidFill>
              </a:rPr>
              <a:t>Explained:</a:t>
            </a:r>
          </a:p>
          <a:p>
            <a:pPr lvl="1"/>
            <a:r>
              <a:rPr lang="en-US" sz="1500">
                <a:solidFill>
                  <a:schemeClr val="bg1"/>
                </a:solidFill>
              </a:rPr>
              <a:t>KPI Cards</a:t>
            </a:r>
          </a:p>
          <a:p>
            <a:pPr lvl="1"/>
            <a:r>
              <a:rPr lang="en-US" sz="1500">
                <a:solidFill>
                  <a:schemeClr val="bg1"/>
                </a:solidFill>
              </a:rPr>
              <a:t>Interactive Slicers</a:t>
            </a:r>
          </a:p>
          <a:p>
            <a:pPr lvl="1"/>
            <a:r>
              <a:rPr lang="en-US" sz="1500">
                <a:solidFill>
                  <a:schemeClr val="bg1"/>
                </a:solidFill>
              </a:rPr>
              <a:t>Min/Max Analysis for 52-Week Data</a:t>
            </a:r>
          </a:p>
          <a:p>
            <a:pPr lvl="1"/>
            <a:r>
              <a:rPr lang="en-US" sz="1500">
                <a:solidFill>
                  <a:schemeClr val="bg1"/>
                </a:solidFill>
              </a:rPr>
              <a:t>Trend Analysis with Moving Averages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937CA0-7F54-6827-8FB8-28E2549E31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47212" y="-632333"/>
            <a:ext cx="2143125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250C39F-3F6C-4D53-86D2-7BC6B2FF6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calculus formula">
            <a:extLst>
              <a:ext uri="{FF2B5EF4-FFF2-40B4-BE49-F238E27FC236}">
                <a16:creationId xmlns:a16="http://schemas.microsoft.com/office/drawing/2014/main" id="{E53475B0-75A2-E2BB-E0D2-2251ECFE3C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85" r="7614" b="-1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0A48D59-8581-41F7-B529-F4617FE0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46000">
                <a:schemeClr val="tx1">
                  <a:lumMod val="95000"/>
                  <a:lumOff val="5000"/>
                </a:schemeClr>
              </a:gs>
              <a:gs pos="90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675" y="910431"/>
            <a:ext cx="3543300" cy="1466455"/>
          </a:xfrm>
        </p:spPr>
        <p:txBody>
          <a:bodyPr anchor="b">
            <a:normAutofit/>
          </a:bodyPr>
          <a:lstStyle/>
          <a:p>
            <a:r>
              <a:rPr lang="en-IN">
                <a:ln w="22225">
                  <a:solidFill>
                    <a:srgbClr val="FFFFFF"/>
                  </a:solidFill>
                </a:ln>
                <a:solidFill>
                  <a:schemeClr val="bg1"/>
                </a:solidFill>
              </a:rPr>
              <a:t>DAX Formulas &amp; Calculations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8675" y="2492080"/>
            <a:ext cx="3543300" cy="3015849"/>
          </a:xfrm>
        </p:spPr>
        <p:txBody>
          <a:bodyPr>
            <a:normAutofit/>
          </a:bodyPr>
          <a:lstStyle/>
          <a:p>
            <a:r>
              <a:rPr lang="en-US" sz="1700">
                <a:solidFill>
                  <a:schemeClr val="bg1"/>
                </a:solidFill>
              </a:rPr>
              <a:t>- Calculating Volatility</a:t>
            </a:r>
          </a:p>
          <a:p>
            <a:r>
              <a:rPr lang="en-US" sz="1700">
                <a:solidFill>
                  <a:schemeClr val="bg1"/>
                </a:solidFill>
              </a:rPr>
              <a:t>- Moving Average</a:t>
            </a:r>
          </a:p>
          <a:p>
            <a:r>
              <a:rPr lang="en-US" sz="1700">
                <a:solidFill>
                  <a:schemeClr val="bg1"/>
                </a:solidFill>
              </a:rPr>
              <a:t>- Highest/Lowest Price Calculations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654" y="115193"/>
            <a:ext cx="8954691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34097A-D229-B303-D9A6-526BCD6FA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1074" y="-409412"/>
            <a:ext cx="2143125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Slide Background">
            <a:extLst>
              <a:ext uri="{FF2B5EF4-FFF2-40B4-BE49-F238E27FC236}">
                <a16:creationId xmlns:a16="http://schemas.microsoft.com/office/drawing/2014/main" id="{7B1AB9FE-36F5-4FD1-9850-DB5C5AD48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489C2E0-4895-4B72-85EA-7EE9FAFFD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2"/>
            <a:ext cx="9144000" cy="1371598"/>
          </a:xfrm>
          <a:prstGeom prst="rect">
            <a:avLst/>
          </a:prstGeom>
          <a:ln>
            <a:noFill/>
          </a:ln>
          <a:effectLst>
            <a:outerShdw blurRad="254000" dist="114300" dir="20340000" sx="89000" sy="89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Double Wave 33">
            <a:extLst>
              <a:ext uri="{FF2B5EF4-FFF2-40B4-BE49-F238E27FC236}">
                <a16:creationId xmlns:a16="http://schemas.microsoft.com/office/drawing/2014/main" id="{7DF64455-1FBE-7A0D-27F1-4CD822D66E2D}"/>
              </a:ext>
            </a:extLst>
          </p:cNvPr>
          <p:cNvSpPr/>
          <p:nvPr/>
        </p:nvSpPr>
        <p:spPr>
          <a:xfrm>
            <a:off x="5556356" y="22502"/>
            <a:ext cx="3380971" cy="631083"/>
          </a:xfrm>
          <a:prstGeom prst="doubleWav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356" y="-64440"/>
            <a:ext cx="5261624" cy="8522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100" dirty="0"/>
              <a:t>Dashboard Preview</a:t>
            </a:r>
          </a:p>
        </p:txBody>
      </p:sp>
      <p:sp>
        <p:nvSpPr>
          <p:cNvPr id="32" name="Speech Bubble: Oval 31">
            <a:extLst>
              <a:ext uri="{FF2B5EF4-FFF2-40B4-BE49-F238E27FC236}">
                <a16:creationId xmlns:a16="http://schemas.microsoft.com/office/drawing/2014/main" id="{C6CA0303-3A02-416E-5C15-B82AE081731D}"/>
              </a:ext>
            </a:extLst>
          </p:cNvPr>
          <p:cNvSpPr/>
          <p:nvPr/>
        </p:nvSpPr>
        <p:spPr>
          <a:xfrm>
            <a:off x="7701796" y="6334605"/>
            <a:ext cx="1032301" cy="436453"/>
          </a:xfrm>
          <a:prstGeom prst="wedgeEllipseCallout">
            <a:avLst>
              <a:gd name="adj1" fmla="val -25149"/>
              <a:gd name="adj2" fmla="val -86141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CEAC1D-5BE7-E231-648B-17E8B8AE6D8F}"/>
              </a:ext>
            </a:extLst>
          </p:cNvPr>
          <p:cNvSpPr txBox="1"/>
          <p:nvPr/>
        </p:nvSpPr>
        <p:spPr>
          <a:xfrm>
            <a:off x="5703792" y="6126701"/>
            <a:ext cx="3086100" cy="8522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Bef>
                <a:spcPts val="1000"/>
              </a:spcBef>
            </a:pPr>
            <a:r>
              <a:rPr lang="en-US" sz="1700" dirty="0"/>
              <a:t>Main page </a:t>
            </a:r>
          </a:p>
        </p:txBody>
      </p:sp>
      <p:pic>
        <p:nvPicPr>
          <p:cNvPr id="36" name="Picture 35" descr="A hexagon with white lines&#10;&#10;AI-generated content may be incorrect.">
            <a:extLst>
              <a:ext uri="{FF2B5EF4-FFF2-40B4-BE49-F238E27FC236}">
                <a16:creationId xmlns:a16="http://schemas.microsoft.com/office/drawing/2014/main" id="{6B5941D3-57DE-2671-6E7C-E4E867C6F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" y="0"/>
            <a:ext cx="677917" cy="677917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38E087B-FF71-13CA-60F3-F60C70429F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1131" r="534" b="-2"/>
          <a:stretch/>
        </p:blipFill>
        <p:spPr>
          <a:xfrm>
            <a:off x="21" y="653585"/>
            <a:ext cx="9143979" cy="5486390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7B1AB9FE-36F5-4FD1-9850-DB5C5AD48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489C2E0-4895-4B72-85EA-7EE9FAFFD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2"/>
            <a:ext cx="9144000" cy="1371598"/>
          </a:xfrm>
          <a:prstGeom prst="rect">
            <a:avLst/>
          </a:prstGeom>
          <a:ln>
            <a:noFill/>
          </a:ln>
          <a:effectLst>
            <a:outerShdw blurRad="254000" dist="114300" dir="20340000" sx="89000" sy="89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AFF29D45-B01B-FC28-945A-76CC1140F3F8}"/>
              </a:ext>
            </a:extLst>
          </p:cNvPr>
          <p:cNvSpPr/>
          <p:nvPr/>
        </p:nvSpPr>
        <p:spPr>
          <a:xfrm>
            <a:off x="292394" y="5893639"/>
            <a:ext cx="2387743" cy="840437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83D4BA-5827-B0E6-2155-6BD30CDB1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394" y="5893639"/>
            <a:ext cx="5261624" cy="8522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100" dirty="0"/>
              <a:t>Second Page</a:t>
            </a:r>
          </a:p>
        </p:txBody>
      </p:sp>
      <p:pic>
        <p:nvPicPr>
          <p:cNvPr id="11" name="Picture 10" descr="A hexagon with white lines&#10;&#10;AI-generated content may be incorrect.">
            <a:extLst>
              <a:ext uri="{FF2B5EF4-FFF2-40B4-BE49-F238E27FC236}">
                <a16:creationId xmlns:a16="http://schemas.microsoft.com/office/drawing/2014/main" id="{997B1F4A-C9E8-9357-F274-C8B687507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" y="1"/>
            <a:ext cx="621239" cy="551792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04F91C-3818-FF30-BF83-5A431C4C97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2918" b="1"/>
          <a:stretch/>
        </p:blipFill>
        <p:spPr>
          <a:xfrm>
            <a:off x="21" y="551793"/>
            <a:ext cx="9143979" cy="5330022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56701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7B1AB9FE-36F5-4FD1-9850-DB5C5AD48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489C2E0-4895-4B72-85EA-7EE9FAFFD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2"/>
            <a:ext cx="9144000" cy="1371598"/>
          </a:xfrm>
          <a:prstGeom prst="rect">
            <a:avLst/>
          </a:prstGeom>
          <a:ln>
            <a:noFill/>
          </a:ln>
          <a:effectLst>
            <a:outerShdw blurRad="254000" dist="114300" dir="20340000" sx="89000" sy="89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23F1B03A-6B2D-6FD8-8B9F-4775350D92C4}"/>
              </a:ext>
            </a:extLst>
          </p:cNvPr>
          <p:cNvSpPr/>
          <p:nvPr/>
        </p:nvSpPr>
        <p:spPr>
          <a:xfrm>
            <a:off x="347574" y="6017553"/>
            <a:ext cx="2285267" cy="840437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52F229-69DF-7BB5-9F7E-CFFCCBE1A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574" y="6005730"/>
            <a:ext cx="2758233" cy="8522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100" dirty="0"/>
              <a:t>Third Page</a:t>
            </a:r>
          </a:p>
        </p:txBody>
      </p:sp>
      <p:pic>
        <p:nvPicPr>
          <p:cNvPr id="8" name="Picture 7" descr="A hexagon with white lines&#10;&#10;AI-generated content may be incorrect.">
            <a:extLst>
              <a:ext uri="{FF2B5EF4-FFF2-40B4-BE49-F238E27FC236}">
                <a16:creationId xmlns:a16="http://schemas.microsoft.com/office/drawing/2014/main" id="{0ACF3318-07E6-E7FA-FC61-9DA14F922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2" y="0"/>
            <a:ext cx="644887" cy="644887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4C075C-8855-CC3B-AEDE-AA4913CED7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456" r="1209" b="-2"/>
          <a:stretch/>
        </p:blipFill>
        <p:spPr>
          <a:xfrm>
            <a:off x="0" y="622737"/>
            <a:ext cx="9143979" cy="5377081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28929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Slide Background">
            <a:extLst>
              <a:ext uri="{FF2B5EF4-FFF2-40B4-BE49-F238E27FC236}">
                <a16:creationId xmlns:a16="http://schemas.microsoft.com/office/drawing/2014/main" id="{7B1AB9FE-36F5-4FD1-9850-DB5C5AD48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489C2E0-4895-4B72-85EA-7EE9FAFFD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137397"/>
            <a:ext cx="9143999" cy="1720601"/>
          </a:xfrm>
          <a:prstGeom prst="rect">
            <a:avLst/>
          </a:prstGeom>
          <a:ln>
            <a:noFill/>
          </a:ln>
          <a:effectLst>
            <a:outerShdw blurRad="254000" dist="127000" dir="5460000" sx="90000" sy="90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A hexagon with white lines&#10;&#10;AI-generated content may be incorrect.">
            <a:extLst>
              <a:ext uri="{FF2B5EF4-FFF2-40B4-BE49-F238E27FC236}">
                <a16:creationId xmlns:a16="http://schemas.microsoft.com/office/drawing/2014/main" id="{A62759F8-03DD-64A4-B756-E4C19DF5C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2" y="0"/>
            <a:ext cx="794660" cy="743730"/>
          </a:xfrm>
          <a:prstGeom prst="rect">
            <a:avLst/>
          </a:prstGeom>
        </p:spPr>
      </p:pic>
      <p:sp>
        <p:nvSpPr>
          <p:cNvPr id="22" name="Arrow: Right 21">
            <a:extLst>
              <a:ext uri="{FF2B5EF4-FFF2-40B4-BE49-F238E27FC236}">
                <a16:creationId xmlns:a16="http://schemas.microsoft.com/office/drawing/2014/main" id="{841DB8DF-A657-960A-41CA-5B0794A96C41}"/>
              </a:ext>
            </a:extLst>
          </p:cNvPr>
          <p:cNvSpPr/>
          <p:nvPr/>
        </p:nvSpPr>
        <p:spPr>
          <a:xfrm>
            <a:off x="386988" y="5830186"/>
            <a:ext cx="2498101" cy="93804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4D196F-076C-2C41-C222-12563C54A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988" y="5926550"/>
            <a:ext cx="2293149" cy="745319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l" defTabSz="914400">
              <a:lnSpc>
                <a:spcPct val="90000"/>
              </a:lnSpc>
            </a:pPr>
            <a:r>
              <a:rPr lang="en-US" sz="3800" dirty="0"/>
              <a:t>Fourth Page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2EE1CE-13A0-1175-6B4E-625CB139EE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3960"/>
          <a:stretch/>
        </p:blipFill>
        <p:spPr>
          <a:xfrm>
            <a:off x="-1" y="692799"/>
            <a:ext cx="9143979" cy="5137387"/>
          </a:xfrm>
          <a:prstGeom prst="rect">
            <a:avLst/>
          </a:prstGeom>
          <a:effectLst>
            <a:outerShdw blurRad="190500" dist="63500" dir="5400000" sx="98000" sy="98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52613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Arrow: Right 12">
            <a:extLst>
              <a:ext uri="{FF2B5EF4-FFF2-40B4-BE49-F238E27FC236}">
                <a16:creationId xmlns:a16="http://schemas.microsoft.com/office/drawing/2014/main" id="{2C8A91C2-49CC-6D82-132E-65672AEF352A}"/>
              </a:ext>
            </a:extLst>
          </p:cNvPr>
          <p:cNvSpPr/>
          <p:nvPr/>
        </p:nvSpPr>
        <p:spPr>
          <a:xfrm>
            <a:off x="628650" y="5539020"/>
            <a:ext cx="1909598" cy="89863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2B6AD8-3572-DF91-20E0-6B6B28824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586257"/>
            <a:ext cx="5195027" cy="80416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800"/>
              <a:t>Final Page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0E7008-7D82-BF6A-637F-05A1B7C85C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296"/>
          <a:stretch/>
        </p:blipFill>
        <p:spPr>
          <a:xfrm>
            <a:off x="-488731" y="36948"/>
            <a:ext cx="9628942" cy="5279933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0E76F6F3-F5F0-B26D-1B63-73AD0299B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768" y="5193518"/>
            <a:ext cx="9155399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BC84BA2-BCC1-89D4-5592-8B2364E6B8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9C4FA24-7C12-A16B-31C2-891750171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7C33B290-6F4F-60CF-26A5-4E0AAEA82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18031" y="-471377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187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hexagon with white lines&#10;&#10;AI-generated content may be incorrect.">
            <a:extLst>
              <a:ext uri="{FF2B5EF4-FFF2-40B4-BE49-F238E27FC236}">
                <a16:creationId xmlns:a16="http://schemas.microsoft.com/office/drawing/2014/main" id="{7600930B-FC78-70D2-1EE7-31B4800CC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2" y="82752"/>
            <a:ext cx="794660" cy="794660"/>
          </a:xfrm>
          <a:prstGeom prst="rect">
            <a:avLst/>
          </a:prstGeom>
        </p:spPr>
      </p:pic>
      <p:sp>
        <p:nvSpPr>
          <p:cNvPr id="9" name="Thought Bubble: Cloud 8">
            <a:extLst>
              <a:ext uri="{FF2B5EF4-FFF2-40B4-BE49-F238E27FC236}">
                <a16:creationId xmlns:a16="http://schemas.microsoft.com/office/drawing/2014/main" id="{F7C1AB36-E090-EF03-814A-2AA776CBC086}"/>
              </a:ext>
            </a:extLst>
          </p:cNvPr>
          <p:cNvSpPr/>
          <p:nvPr/>
        </p:nvSpPr>
        <p:spPr>
          <a:xfrm rot="11277054">
            <a:off x="2958922" y="4866905"/>
            <a:ext cx="3475493" cy="1608682"/>
          </a:xfrm>
          <a:prstGeom prst="cloud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45C8C5-A576-E33F-2E80-786156814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010275"/>
            <a:ext cx="6858000" cy="757317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Python API Script: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421CE8-60D2-4895-DFC3-A5B0E78833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33" r="25024" b="3"/>
          <a:stretch/>
        </p:blipFill>
        <p:spPr>
          <a:xfrm>
            <a:off x="658060" y="877413"/>
            <a:ext cx="3913940" cy="3756852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1167BE-BFA1-5950-391C-EFB8131C4B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 r="8842" b="1"/>
          <a:stretch/>
        </p:blipFill>
        <p:spPr>
          <a:xfrm>
            <a:off x="4572000" y="877413"/>
            <a:ext cx="3913940" cy="375685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F4C03CF-76AD-2B9F-7EAC-BD21772B9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509631" y="700407"/>
            <a:ext cx="123362" cy="7829255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9459D69-81E2-5DEC-98A2-EF3BBA4EA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523200" y="2713977"/>
            <a:ext cx="123362" cy="3802118"/>
          </a:xfrm>
          <a:prstGeom prst="rect">
            <a:avLst/>
          </a:prstGeom>
          <a:gradFill>
            <a:gsLst>
              <a:gs pos="19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2013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7C83C5-74D2-0632-4A57-6314367C89B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l="18000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Challenges &amp; Solutions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44B03CB-7502-3391-3CBB-15A20398E8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2725292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FC8F5233-6EDF-9CC3-311F-F1F1352F62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618031" y="-605355"/>
            <a:ext cx="2143125" cy="2143125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250C39F-3F6C-4D53-86D2-7BC6B2FF6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99BFA264-6A14-0820-ACEE-9283E1C0D4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972" r="8029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0A48D59-8581-41F7-B529-F4617FE0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46000">
                <a:schemeClr val="tx1">
                  <a:lumMod val="95000"/>
                  <a:lumOff val="5000"/>
                </a:schemeClr>
              </a:gs>
              <a:gs pos="90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675" y="910431"/>
            <a:ext cx="3543300" cy="1466455"/>
          </a:xfrm>
        </p:spPr>
        <p:txBody>
          <a:bodyPr anchor="b">
            <a:normAutofit/>
          </a:bodyPr>
          <a:lstStyle/>
          <a:p>
            <a:r>
              <a:rPr lang="en-IN">
                <a:solidFill>
                  <a:schemeClr val="bg1"/>
                </a:solidFill>
              </a:rP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8675" y="2492080"/>
            <a:ext cx="3543300" cy="3015849"/>
          </a:xfrm>
        </p:spPr>
        <p:txBody>
          <a:bodyPr>
            <a:normAutofit/>
          </a:bodyPr>
          <a:lstStyle/>
          <a:p>
            <a:r>
              <a:rPr lang="en-US" sz="1700">
                <a:solidFill>
                  <a:schemeClr val="bg1"/>
                </a:solidFill>
              </a:rPr>
              <a:t>Summary of project outcomes:</a:t>
            </a:r>
          </a:p>
          <a:p>
            <a:r>
              <a:rPr lang="en-US" sz="1700">
                <a:solidFill>
                  <a:schemeClr val="bg1"/>
                </a:solidFill>
              </a:rPr>
              <a:t>- Successfully built an interactive Power BI dashboard.</a:t>
            </a:r>
          </a:p>
          <a:p>
            <a:r>
              <a:rPr lang="en-US" sz="1700">
                <a:solidFill>
                  <a:schemeClr val="bg1"/>
                </a:solidFill>
              </a:rPr>
              <a:t>- Possible improvements:</a:t>
            </a:r>
          </a:p>
          <a:p>
            <a:r>
              <a:rPr lang="en-US" sz="1700">
                <a:solidFill>
                  <a:schemeClr val="bg1"/>
                </a:solidFill>
              </a:rPr>
              <a:t>- Add real-time stock updates.</a:t>
            </a:r>
          </a:p>
          <a:p>
            <a:r>
              <a:rPr lang="en-US" sz="1700">
                <a:solidFill>
                  <a:schemeClr val="bg1"/>
                </a:solidFill>
              </a:rPr>
              <a:t>- Create predictive models for trend forecasting.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654" y="115193"/>
            <a:ext cx="8954691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5E7562-FB0F-3410-6102-64A4E5FF3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1074" y="-409412"/>
            <a:ext cx="2143125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964CBE2-084A-47DF-A704-CF5F6217B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1174819"/>
            <a:ext cx="3620096" cy="285836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630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6268" y="4414180"/>
            <a:ext cx="3622712" cy="159450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>
                <a:solidFill>
                  <a:schemeClr val="bg1"/>
                </a:solidFill>
              </a:rPr>
              <a:t>Questions &amp; Feedback</a:t>
            </a:r>
          </a:p>
        </p:txBody>
      </p:sp>
      <p:pic>
        <p:nvPicPr>
          <p:cNvPr id="5" name="Picture 4" descr="Yellow and blue symbols">
            <a:extLst>
              <a:ext uri="{FF2B5EF4-FFF2-40B4-BE49-F238E27FC236}">
                <a16:creationId xmlns:a16="http://schemas.microsoft.com/office/drawing/2014/main" id="{64651A40-AE94-D45B-7B4F-AD4C9A1CD0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391" r="20489" b="-2"/>
          <a:stretch/>
        </p:blipFill>
        <p:spPr>
          <a:xfrm>
            <a:off x="4572000" y="841375"/>
            <a:ext cx="3945731" cy="4707593"/>
          </a:xfrm>
          <a:custGeom>
            <a:avLst/>
            <a:gdLst/>
            <a:ahLst/>
            <a:cxnLst/>
            <a:rect l="l" t="t" r="r" b="b"/>
            <a:pathLst>
              <a:path w="5260975" h="4707593">
                <a:moveTo>
                  <a:pt x="0" y="0"/>
                </a:moveTo>
                <a:lnTo>
                  <a:pt x="5260975" y="0"/>
                </a:lnTo>
                <a:lnTo>
                  <a:pt x="5260975" y="3296937"/>
                </a:lnTo>
                <a:lnTo>
                  <a:pt x="5260975" y="3518571"/>
                </a:lnTo>
                <a:lnTo>
                  <a:pt x="5226503" y="3534000"/>
                </a:lnTo>
                <a:cubicBezTo>
                  <a:pt x="5219783" y="3536785"/>
                  <a:pt x="5212389" y="3538321"/>
                  <a:pt x="5206341" y="3542065"/>
                </a:cubicBezTo>
                <a:cubicBezTo>
                  <a:pt x="5178495" y="3559156"/>
                  <a:pt x="5151515" y="3577591"/>
                  <a:pt x="5123287" y="3594010"/>
                </a:cubicBezTo>
                <a:cubicBezTo>
                  <a:pt x="5094195" y="3611004"/>
                  <a:pt x="5068175" y="3631071"/>
                  <a:pt x="5048107" y="3658244"/>
                </a:cubicBezTo>
                <a:cubicBezTo>
                  <a:pt x="5029480" y="3683496"/>
                  <a:pt x="5011429" y="3709131"/>
                  <a:pt x="4992899" y="3734479"/>
                </a:cubicBezTo>
                <a:cubicBezTo>
                  <a:pt x="4988194" y="3740912"/>
                  <a:pt x="4983873" y="3748498"/>
                  <a:pt x="4977440" y="3752627"/>
                </a:cubicBezTo>
                <a:cubicBezTo>
                  <a:pt x="4964094" y="3761268"/>
                  <a:pt x="4949499" y="3768277"/>
                  <a:pt x="4935193" y="3775382"/>
                </a:cubicBezTo>
                <a:cubicBezTo>
                  <a:pt x="4922903" y="3781431"/>
                  <a:pt x="4909845" y="3785943"/>
                  <a:pt x="4897844" y="3792472"/>
                </a:cubicBezTo>
                <a:cubicBezTo>
                  <a:pt x="4888243" y="3797658"/>
                  <a:pt x="4879697" y="3804859"/>
                  <a:pt x="4870767" y="3811388"/>
                </a:cubicBezTo>
                <a:cubicBezTo>
                  <a:pt x="4862990" y="3817052"/>
                  <a:pt x="4854445" y="3821949"/>
                  <a:pt x="4847916" y="3828767"/>
                </a:cubicBezTo>
                <a:cubicBezTo>
                  <a:pt x="4831977" y="3845281"/>
                  <a:pt x="4815942" y="3861508"/>
                  <a:pt x="4796163" y="3873702"/>
                </a:cubicBezTo>
                <a:cubicBezTo>
                  <a:pt x="4776672" y="3885799"/>
                  <a:pt x="4758237" y="3899338"/>
                  <a:pt x="4738843" y="3911628"/>
                </a:cubicBezTo>
                <a:cubicBezTo>
                  <a:pt x="4719831" y="3923630"/>
                  <a:pt x="4702645" y="3936783"/>
                  <a:pt x="4692755" y="3958099"/>
                </a:cubicBezTo>
                <a:cubicBezTo>
                  <a:pt x="4688339" y="3967508"/>
                  <a:pt x="4682097" y="3977782"/>
                  <a:pt x="4673744" y="3983255"/>
                </a:cubicBezTo>
                <a:cubicBezTo>
                  <a:pt x="4661838" y="3991032"/>
                  <a:pt x="4646764" y="3993817"/>
                  <a:pt x="4633801" y="4000442"/>
                </a:cubicBezTo>
                <a:cubicBezTo>
                  <a:pt x="4618535" y="4008219"/>
                  <a:pt x="4600869" y="4014940"/>
                  <a:pt x="4590499" y="4027326"/>
                </a:cubicBezTo>
                <a:cubicBezTo>
                  <a:pt x="4581281" y="4038368"/>
                  <a:pt x="4571968" y="4047009"/>
                  <a:pt x="4559773" y="4054018"/>
                </a:cubicBezTo>
                <a:cubicBezTo>
                  <a:pt x="4551229" y="4058915"/>
                  <a:pt x="4544892" y="4067844"/>
                  <a:pt x="4536059" y="4071877"/>
                </a:cubicBezTo>
                <a:cubicBezTo>
                  <a:pt x="4524441" y="4077254"/>
                  <a:pt x="4512727" y="4081479"/>
                  <a:pt x="4502549" y="4089832"/>
                </a:cubicBezTo>
                <a:cubicBezTo>
                  <a:pt x="4491987" y="4098473"/>
                  <a:pt x="4479986" y="4105290"/>
                  <a:pt x="4468944" y="4113356"/>
                </a:cubicBezTo>
                <a:cubicBezTo>
                  <a:pt x="4463087" y="4117676"/>
                  <a:pt x="4458286" y="4123341"/>
                  <a:pt x="4452622" y="4127854"/>
                </a:cubicBezTo>
                <a:cubicBezTo>
                  <a:pt x="4442252" y="4136111"/>
                  <a:pt x="4431690" y="4144176"/>
                  <a:pt x="4421032" y="4151953"/>
                </a:cubicBezTo>
                <a:cubicBezTo>
                  <a:pt x="4410375" y="4159731"/>
                  <a:pt x="4400197" y="4168756"/>
                  <a:pt x="4388483" y="4174421"/>
                </a:cubicBezTo>
                <a:cubicBezTo>
                  <a:pt x="4368513" y="4184023"/>
                  <a:pt x="4346717" y="4189784"/>
                  <a:pt x="4327321" y="4200153"/>
                </a:cubicBezTo>
                <a:cubicBezTo>
                  <a:pt x="4307639" y="4210714"/>
                  <a:pt x="4289107" y="4223965"/>
                  <a:pt x="4271633" y="4237983"/>
                </a:cubicBezTo>
                <a:cubicBezTo>
                  <a:pt x="4257807" y="4249025"/>
                  <a:pt x="4244845" y="4259971"/>
                  <a:pt x="4227465" y="4265635"/>
                </a:cubicBezTo>
                <a:cubicBezTo>
                  <a:pt x="4217768" y="4268804"/>
                  <a:pt x="4207591" y="4275717"/>
                  <a:pt x="4201733" y="4283783"/>
                </a:cubicBezTo>
                <a:cubicBezTo>
                  <a:pt x="4189059" y="4301353"/>
                  <a:pt x="4172833" y="4313739"/>
                  <a:pt x="4154494" y="4324301"/>
                </a:cubicBezTo>
                <a:cubicBezTo>
                  <a:pt x="4130010" y="4338511"/>
                  <a:pt x="4105814" y="4353009"/>
                  <a:pt x="4081234" y="4366931"/>
                </a:cubicBezTo>
                <a:cubicBezTo>
                  <a:pt x="4066737" y="4375189"/>
                  <a:pt x="4052335" y="4383926"/>
                  <a:pt x="4036971" y="4389975"/>
                </a:cubicBezTo>
                <a:cubicBezTo>
                  <a:pt x="4005575" y="4402457"/>
                  <a:pt x="3973410" y="4413114"/>
                  <a:pt x="3941725" y="4424733"/>
                </a:cubicBezTo>
                <a:cubicBezTo>
                  <a:pt x="3931355" y="4428477"/>
                  <a:pt x="3921561" y="4433854"/>
                  <a:pt x="3910999" y="4437119"/>
                </a:cubicBezTo>
                <a:cubicBezTo>
                  <a:pt x="3899573" y="4440671"/>
                  <a:pt x="3887285" y="4441727"/>
                  <a:pt x="3875859" y="4445280"/>
                </a:cubicBezTo>
                <a:cubicBezTo>
                  <a:pt x="3856847" y="4451136"/>
                  <a:pt x="3838412" y="4458626"/>
                  <a:pt x="3819401" y="4464579"/>
                </a:cubicBezTo>
                <a:cubicBezTo>
                  <a:pt x="3782723" y="4476005"/>
                  <a:pt x="3745949" y="4486951"/>
                  <a:pt x="3709176" y="4497800"/>
                </a:cubicBezTo>
                <a:cubicBezTo>
                  <a:pt x="3701303" y="4500105"/>
                  <a:pt x="3692757" y="4500393"/>
                  <a:pt x="3684981" y="4502889"/>
                </a:cubicBezTo>
                <a:cubicBezTo>
                  <a:pt x="3664337" y="4509610"/>
                  <a:pt x="3643789" y="4516907"/>
                  <a:pt x="3623338" y="4524300"/>
                </a:cubicBezTo>
                <a:cubicBezTo>
                  <a:pt x="3610953" y="4528813"/>
                  <a:pt x="3598854" y="4534382"/>
                  <a:pt x="3586373" y="4538702"/>
                </a:cubicBezTo>
                <a:cubicBezTo>
                  <a:pt x="3576387" y="4542159"/>
                  <a:pt x="3566113" y="4544847"/>
                  <a:pt x="3555743" y="4546960"/>
                </a:cubicBezTo>
                <a:cubicBezTo>
                  <a:pt x="3546814" y="4548785"/>
                  <a:pt x="3537501" y="4548592"/>
                  <a:pt x="3528667" y="4550801"/>
                </a:cubicBezTo>
                <a:cubicBezTo>
                  <a:pt x="3504759" y="4556753"/>
                  <a:pt x="3481140" y="4563475"/>
                  <a:pt x="3457424" y="4569811"/>
                </a:cubicBezTo>
                <a:cubicBezTo>
                  <a:pt x="3447919" y="4572308"/>
                  <a:pt x="3438221" y="4574133"/>
                  <a:pt x="3429003" y="4577301"/>
                </a:cubicBezTo>
                <a:cubicBezTo>
                  <a:pt x="3404327" y="4585654"/>
                  <a:pt x="3380036" y="4595159"/>
                  <a:pt x="3355264" y="4603033"/>
                </a:cubicBezTo>
                <a:cubicBezTo>
                  <a:pt x="3334717" y="4609562"/>
                  <a:pt x="3313593" y="4614266"/>
                  <a:pt x="3292757" y="4620027"/>
                </a:cubicBezTo>
                <a:cubicBezTo>
                  <a:pt x="3283924" y="4622524"/>
                  <a:pt x="3275475" y="4626077"/>
                  <a:pt x="3266643" y="4628188"/>
                </a:cubicBezTo>
                <a:cubicBezTo>
                  <a:pt x="3246863" y="4632990"/>
                  <a:pt x="3226796" y="4637022"/>
                  <a:pt x="3206921" y="4641823"/>
                </a:cubicBezTo>
                <a:cubicBezTo>
                  <a:pt x="3195590" y="4644607"/>
                  <a:pt x="3184645" y="4649600"/>
                  <a:pt x="3173123" y="4651425"/>
                </a:cubicBezTo>
                <a:cubicBezTo>
                  <a:pt x="3145759" y="4655745"/>
                  <a:pt x="3118203" y="4658817"/>
                  <a:pt x="3090646" y="4662274"/>
                </a:cubicBezTo>
                <a:cubicBezTo>
                  <a:pt x="3062227" y="4665826"/>
                  <a:pt x="3033902" y="4669571"/>
                  <a:pt x="3005480" y="4672739"/>
                </a:cubicBezTo>
                <a:cubicBezTo>
                  <a:pt x="2989926" y="4674372"/>
                  <a:pt x="2974275" y="4674660"/>
                  <a:pt x="2958721" y="4676196"/>
                </a:cubicBezTo>
                <a:cubicBezTo>
                  <a:pt x="2945087" y="4677541"/>
                  <a:pt x="2931549" y="4680037"/>
                  <a:pt x="2917915" y="4681670"/>
                </a:cubicBezTo>
                <a:cubicBezTo>
                  <a:pt x="2906105" y="4683013"/>
                  <a:pt x="2894199" y="4683781"/>
                  <a:pt x="2882389" y="4685126"/>
                </a:cubicBezTo>
                <a:cubicBezTo>
                  <a:pt x="2863475" y="4687334"/>
                  <a:pt x="2844655" y="4689831"/>
                  <a:pt x="2825837" y="4692135"/>
                </a:cubicBezTo>
                <a:cubicBezTo>
                  <a:pt x="2817964" y="4692999"/>
                  <a:pt x="2809706" y="4695399"/>
                  <a:pt x="2802313" y="4693960"/>
                </a:cubicBezTo>
                <a:cubicBezTo>
                  <a:pt x="2783686" y="4690310"/>
                  <a:pt x="2765347" y="4691367"/>
                  <a:pt x="2746816" y="4693863"/>
                </a:cubicBezTo>
                <a:cubicBezTo>
                  <a:pt x="2740479" y="4694728"/>
                  <a:pt x="2733662" y="4694535"/>
                  <a:pt x="2727517" y="4692903"/>
                </a:cubicBezTo>
                <a:cubicBezTo>
                  <a:pt x="2714939" y="4689638"/>
                  <a:pt x="2702745" y="4685029"/>
                  <a:pt x="2690359" y="4680997"/>
                </a:cubicBezTo>
                <a:cubicBezTo>
                  <a:pt x="2689014" y="4680517"/>
                  <a:pt x="2687382" y="4680421"/>
                  <a:pt x="2685943" y="4680133"/>
                </a:cubicBezTo>
                <a:cubicBezTo>
                  <a:pt x="2677781" y="4678500"/>
                  <a:pt x="2669717" y="4676868"/>
                  <a:pt x="2661554" y="4675428"/>
                </a:cubicBezTo>
                <a:cubicBezTo>
                  <a:pt x="2657138" y="4674660"/>
                  <a:pt x="2652625" y="4674564"/>
                  <a:pt x="2648208" y="4673892"/>
                </a:cubicBezTo>
                <a:cubicBezTo>
                  <a:pt x="2631118" y="4671203"/>
                  <a:pt x="2612299" y="4675716"/>
                  <a:pt x="2597512" y="4664099"/>
                </a:cubicBezTo>
                <a:cubicBezTo>
                  <a:pt x="2587911" y="4656609"/>
                  <a:pt x="2578597" y="4658338"/>
                  <a:pt x="2568324" y="4659490"/>
                </a:cubicBezTo>
                <a:cubicBezTo>
                  <a:pt x="2560547" y="4660354"/>
                  <a:pt x="2552577" y="4660065"/>
                  <a:pt x="2544704" y="4660162"/>
                </a:cubicBezTo>
                <a:cubicBezTo>
                  <a:pt x="2530878" y="4660449"/>
                  <a:pt x="2517052" y="4660546"/>
                  <a:pt x="2503225" y="4661026"/>
                </a:cubicBezTo>
                <a:cubicBezTo>
                  <a:pt x="2498808" y="4661218"/>
                  <a:pt x="2494297" y="4663619"/>
                  <a:pt x="2489975" y="4663235"/>
                </a:cubicBezTo>
                <a:cubicBezTo>
                  <a:pt x="2470004" y="4661410"/>
                  <a:pt x="2450033" y="4658529"/>
                  <a:pt x="2430061" y="4656897"/>
                </a:cubicBezTo>
                <a:cubicBezTo>
                  <a:pt x="2418732" y="4655938"/>
                  <a:pt x="2407114" y="4657761"/>
                  <a:pt x="2395880" y="4656417"/>
                </a:cubicBezTo>
                <a:cubicBezTo>
                  <a:pt x="2382919" y="4654881"/>
                  <a:pt x="2370245" y="4650945"/>
                  <a:pt x="2357378" y="4648544"/>
                </a:cubicBezTo>
                <a:cubicBezTo>
                  <a:pt x="2353826" y="4647872"/>
                  <a:pt x="2349889" y="4648736"/>
                  <a:pt x="2346145" y="4648928"/>
                </a:cubicBezTo>
                <a:cubicBezTo>
                  <a:pt x="2341920" y="4649120"/>
                  <a:pt x="2337791" y="4649504"/>
                  <a:pt x="2333567" y="4649600"/>
                </a:cubicBezTo>
                <a:cubicBezTo>
                  <a:pt x="2320700" y="4649793"/>
                  <a:pt x="2307835" y="4649504"/>
                  <a:pt x="2294968" y="4650177"/>
                </a:cubicBezTo>
                <a:cubicBezTo>
                  <a:pt x="2287095" y="4650561"/>
                  <a:pt x="2278839" y="4654497"/>
                  <a:pt x="2271540" y="4653057"/>
                </a:cubicBezTo>
                <a:cubicBezTo>
                  <a:pt x="2256659" y="4650272"/>
                  <a:pt x="2241776" y="4656513"/>
                  <a:pt x="2226895" y="4651329"/>
                </a:cubicBezTo>
                <a:cubicBezTo>
                  <a:pt x="2222285" y="4649793"/>
                  <a:pt x="2215948" y="4653633"/>
                  <a:pt x="2210379" y="4653825"/>
                </a:cubicBezTo>
                <a:cubicBezTo>
                  <a:pt x="2196457" y="4654305"/>
                  <a:pt x="2182535" y="4654209"/>
                  <a:pt x="2168613" y="4654113"/>
                </a:cubicBezTo>
                <a:cubicBezTo>
                  <a:pt x="2156131" y="4654017"/>
                  <a:pt x="2143168" y="4655361"/>
                  <a:pt x="2131167" y="4652673"/>
                </a:cubicBezTo>
                <a:cubicBezTo>
                  <a:pt x="2118588" y="4649793"/>
                  <a:pt x="2107259" y="4650177"/>
                  <a:pt x="2095065" y="4653441"/>
                </a:cubicBezTo>
                <a:cubicBezTo>
                  <a:pt x="2086711" y="4655649"/>
                  <a:pt x="2077878" y="4655938"/>
                  <a:pt x="2069237" y="4656609"/>
                </a:cubicBezTo>
                <a:cubicBezTo>
                  <a:pt x="2059924" y="4657377"/>
                  <a:pt x="2049650" y="4655361"/>
                  <a:pt x="2041201" y="4658529"/>
                </a:cubicBezTo>
                <a:cubicBezTo>
                  <a:pt x="2016044" y="4667939"/>
                  <a:pt x="1990216" y="4669955"/>
                  <a:pt x="1963909" y="4669955"/>
                </a:cubicBezTo>
                <a:cubicBezTo>
                  <a:pt x="1959107" y="4669955"/>
                  <a:pt x="1954210" y="4668612"/>
                  <a:pt x="1949603" y="4667171"/>
                </a:cubicBezTo>
                <a:cubicBezTo>
                  <a:pt x="1922717" y="4658529"/>
                  <a:pt x="1895737" y="4659297"/>
                  <a:pt x="1868373" y="4664578"/>
                </a:cubicBezTo>
                <a:cubicBezTo>
                  <a:pt x="1862708" y="4665731"/>
                  <a:pt x="1856372" y="4665923"/>
                  <a:pt x="1850707" y="4664771"/>
                </a:cubicBezTo>
                <a:cubicBezTo>
                  <a:pt x="1834768" y="4661410"/>
                  <a:pt x="1819309" y="4655841"/>
                  <a:pt x="1803275" y="4653441"/>
                </a:cubicBezTo>
                <a:cubicBezTo>
                  <a:pt x="1776775" y="4649504"/>
                  <a:pt x="1753828" y="4662754"/>
                  <a:pt x="1730112" y="4671396"/>
                </a:cubicBezTo>
                <a:cubicBezTo>
                  <a:pt x="1707548" y="4679557"/>
                  <a:pt x="1688345" y="4697992"/>
                  <a:pt x="1661652" y="4693863"/>
                </a:cubicBezTo>
                <a:cubicBezTo>
                  <a:pt x="1658965" y="4693479"/>
                  <a:pt x="1655988" y="4696071"/>
                  <a:pt x="1653011" y="4696744"/>
                </a:cubicBezTo>
                <a:cubicBezTo>
                  <a:pt x="1644850" y="4698568"/>
                  <a:pt x="1636689" y="4700776"/>
                  <a:pt x="1628431" y="4701641"/>
                </a:cubicBezTo>
                <a:cubicBezTo>
                  <a:pt x="1618350" y="4702793"/>
                  <a:pt x="1608076" y="4702409"/>
                  <a:pt x="1597995" y="4703369"/>
                </a:cubicBezTo>
                <a:cubicBezTo>
                  <a:pt x="1585032" y="4704521"/>
                  <a:pt x="1572263" y="4707593"/>
                  <a:pt x="1559396" y="4707593"/>
                </a:cubicBezTo>
                <a:cubicBezTo>
                  <a:pt x="1549026" y="4707593"/>
                  <a:pt x="1538753" y="4704041"/>
                  <a:pt x="1528480" y="4702312"/>
                </a:cubicBezTo>
                <a:cubicBezTo>
                  <a:pt x="1513981" y="4699912"/>
                  <a:pt x="1498042" y="4700584"/>
                  <a:pt x="1485272" y="4694439"/>
                </a:cubicBezTo>
                <a:cubicBezTo>
                  <a:pt x="1471639" y="4687910"/>
                  <a:pt x="1458676" y="4684934"/>
                  <a:pt x="1444562" y="4686950"/>
                </a:cubicBezTo>
                <a:cubicBezTo>
                  <a:pt x="1439857" y="4687622"/>
                  <a:pt x="1433808" y="4691655"/>
                  <a:pt x="1431696" y="4695783"/>
                </a:cubicBezTo>
                <a:cubicBezTo>
                  <a:pt x="1426991" y="4705001"/>
                  <a:pt x="1420559" y="4706634"/>
                  <a:pt x="1411821" y="4703464"/>
                </a:cubicBezTo>
                <a:cubicBezTo>
                  <a:pt x="1404236" y="4700776"/>
                  <a:pt x="1394922" y="4699432"/>
                  <a:pt x="1389738" y="4694247"/>
                </a:cubicBezTo>
                <a:cubicBezTo>
                  <a:pt x="1375047" y="4679557"/>
                  <a:pt x="1356324" y="4679077"/>
                  <a:pt x="1338081" y="4675141"/>
                </a:cubicBezTo>
                <a:cubicBezTo>
                  <a:pt x="1326945" y="4672739"/>
                  <a:pt x="1316574" y="4672644"/>
                  <a:pt x="1305436" y="4674276"/>
                </a:cubicBezTo>
                <a:cubicBezTo>
                  <a:pt x="1281241" y="4677925"/>
                  <a:pt x="1257717" y="4672739"/>
                  <a:pt x="1234481" y="4666115"/>
                </a:cubicBezTo>
                <a:cubicBezTo>
                  <a:pt x="1219118" y="4661698"/>
                  <a:pt x="1203372" y="4659010"/>
                  <a:pt x="1188106" y="4654497"/>
                </a:cubicBezTo>
                <a:cubicBezTo>
                  <a:pt x="1176680" y="4651041"/>
                  <a:pt x="1165255" y="4646912"/>
                  <a:pt x="1154790" y="4641343"/>
                </a:cubicBezTo>
                <a:cubicBezTo>
                  <a:pt x="1139618" y="4633181"/>
                  <a:pt x="1126369" y="4620891"/>
                  <a:pt x="1107069" y="4624156"/>
                </a:cubicBezTo>
                <a:cubicBezTo>
                  <a:pt x="1090074" y="4627036"/>
                  <a:pt x="1074713" y="4620988"/>
                  <a:pt x="1059158" y="4615227"/>
                </a:cubicBezTo>
                <a:cubicBezTo>
                  <a:pt x="1047732" y="4611002"/>
                  <a:pt x="1036308" y="4606681"/>
                  <a:pt x="1024496" y="4603993"/>
                </a:cubicBezTo>
                <a:cubicBezTo>
                  <a:pt x="1010478" y="4600824"/>
                  <a:pt x="994635" y="4602169"/>
                  <a:pt x="982153" y="4596311"/>
                </a:cubicBezTo>
                <a:cubicBezTo>
                  <a:pt x="969095" y="4590166"/>
                  <a:pt x="958246" y="4594295"/>
                  <a:pt x="946628" y="4596024"/>
                </a:cubicBezTo>
                <a:cubicBezTo>
                  <a:pt x="928097" y="4598712"/>
                  <a:pt x="909661" y="4603705"/>
                  <a:pt x="890939" y="4597368"/>
                </a:cubicBezTo>
                <a:cubicBezTo>
                  <a:pt x="868184" y="4589687"/>
                  <a:pt x="845620" y="4581430"/>
                  <a:pt x="822769" y="4574133"/>
                </a:cubicBezTo>
                <a:cubicBezTo>
                  <a:pt x="813934" y="4571347"/>
                  <a:pt x="804431" y="4570195"/>
                  <a:pt x="795212" y="4568947"/>
                </a:cubicBezTo>
                <a:cubicBezTo>
                  <a:pt x="786476" y="4567891"/>
                  <a:pt x="776010" y="4570579"/>
                  <a:pt x="769288" y="4566547"/>
                </a:cubicBezTo>
                <a:cubicBezTo>
                  <a:pt x="752005" y="4556178"/>
                  <a:pt x="734243" y="4551089"/>
                  <a:pt x="714271" y="4551089"/>
                </a:cubicBezTo>
                <a:cubicBezTo>
                  <a:pt x="706781" y="4551089"/>
                  <a:pt x="699484" y="4546768"/>
                  <a:pt x="691900" y="4545999"/>
                </a:cubicBezTo>
                <a:cubicBezTo>
                  <a:pt x="681529" y="4545040"/>
                  <a:pt x="669623" y="4542447"/>
                  <a:pt x="660598" y="4546096"/>
                </a:cubicBezTo>
                <a:cubicBezTo>
                  <a:pt x="639379" y="4554737"/>
                  <a:pt x="622193" y="4547536"/>
                  <a:pt x="603662" y="4538991"/>
                </a:cubicBezTo>
                <a:cubicBezTo>
                  <a:pt x="585418" y="4530541"/>
                  <a:pt x="566215" y="4523821"/>
                  <a:pt x="546821" y="4518251"/>
                </a:cubicBezTo>
                <a:cubicBezTo>
                  <a:pt x="539524" y="4516235"/>
                  <a:pt x="530787" y="4519596"/>
                  <a:pt x="522721" y="4520267"/>
                </a:cubicBezTo>
                <a:cubicBezTo>
                  <a:pt x="519840" y="4520460"/>
                  <a:pt x="516671" y="4520748"/>
                  <a:pt x="514080" y="4519788"/>
                </a:cubicBezTo>
                <a:cubicBezTo>
                  <a:pt x="489020" y="4510570"/>
                  <a:pt x="463575" y="4503561"/>
                  <a:pt x="436404" y="4508361"/>
                </a:cubicBezTo>
                <a:cubicBezTo>
                  <a:pt x="433908" y="4508842"/>
                  <a:pt x="431123" y="4507786"/>
                  <a:pt x="428626" y="4507114"/>
                </a:cubicBezTo>
                <a:cubicBezTo>
                  <a:pt x="416432" y="4503657"/>
                  <a:pt x="404526" y="4498184"/>
                  <a:pt x="392141" y="4496936"/>
                </a:cubicBezTo>
                <a:cubicBezTo>
                  <a:pt x="361608" y="4493864"/>
                  <a:pt x="330884" y="4492615"/>
                  <a:pt x="300157" y="4490599"/>
                </a:cubicBezTo>
                <a:cubicBezTo>
                  <a:pt x="298237" y="4490503"/>
                  <a:pt x="296221" y="4490503"/>
                  <a:pt x="294493" y="4489831"/>
                </a:cubicBezTo>
                <a:cubicBezTo>
                  <a:pt x="283163" y="4485702"/>
                  <a:pt x="273274" y="4487047"/>
                  <a:pt x="263671" y="4494919"/>
                </a:cubicBezTo>
                <a:cubicBezTo>
                  <a:pt x="259447" y="4498376"/>
                  <a:pt x="253686" y="4500200"/>
                  <a:pt x="248406" y="4502121"/>
                </a:cubicBezTo>
                <a:cubicBezTo>
                  <a:pt x="240628" y="4505002"/>
                  <a:pt x="232659" y="4507786"/>
                  <a:pt x="224594" y="4509610"/>
                </a:cubicBezTo>
                <a:cubicBezTo>
                  <a:pt x="216624" y="4511338"/>
                  <a:pt x="208079" y="4513738"/>
                  <a:pt x="200398" y="4512395"/>
                </a:cubicBezTo>
                <a:cubicBezTo>
                  <a:pt x="186572" y="4509994"/>
                  <a:pt x="173417" y="4504618"/>
                  <a:pt x="159783" y="4501064"/>
                </a:cubicBezTo>
                <a:cubicBezTo>
                  <a:pt x="155079" y="4499816"/>
                  <a:pt x="149893" y="4500009"/>
                  <a:pt x="144997" y="4499912"/>
                </a:cubicBezTo>
                <a:cubicBezTo>
                  <a:pt x="133763" y="4499625"/>
                  <a:pt x="122241" y="4502409"/>
                  <a:pt x="112064" y="4494440"/>
                </a:cubicBezTo>
                <a:cubicBezTo>
                  <a:pt x="102655" y="4486951"/>
                  <a:pt x="93148" y="4489158"/>
                  <a:pt x="83259" y="4494824"/>
                </a:cubicBezTo>
                <a:cubicBezTo>
                  <a:pt x="76154" y="4498857"/>
                  <a:pt x="68090" y="4502025"/>
                  <a:pt x="60120" y="4503561"/>
                </a:cubicBezTo>
                <a:cubicBezTo>
                  <a:pt x="49174" y="4505673"/>
                  <a:pt x="38324" y="4506538"/>
                  <a:pt x="26514" y="4505289"/>
                </a:cubicBezTo>
                <a:cubicBezTo>
                  <a:pt x="18161" y="4504425"/>
                  <a:pt x="11343" y="4504041"/>
                  <a:pt x="4814" y="4498952"/>
                </a:cubicBezTo>
                <a:cubicBezTo>
                  <a:pt x="3759" y="4498184"/>
                  <a:pt x="1839" y="4497992"/>
                  <a:pt x="398" y="4498089"/>
                </a:cubicBezTo>
                <a:lnTo>
                  <a:pt x="0" y="4498087"/>
                </a:lnTo>
                <a:close/>
              </a:path>
            </a:pathLst>
          </a:custGeom>
          <a:effectLst>
            <a:outerShdw blurRad="381000" dist="152400" dir="5400000" algn="t" rotWithShape="0">
              <a:prstClr val="black">
                <a:alpha val="10000"/>
              </a:prstClr>
            </a:outerShdw>
          </a:effectLst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86A5CBB-E03B-4019-8BCD-78975D39E4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4138312"/>
            <a:ext cx="3945731" cy="1410656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4993204-9792-4E61-A83C-73D4379E2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4138312"/>
            <a:ext cx="3945731" cy="1410656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3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96C197-B34A-039D-2B48-4C95765849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04541" y="-589027"/>
            <a:ext cx="2143125" cy="2143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229</TotalTime>
  <Words>266</Words>
  <Application>Microsoft Office PowerPoint</Application>
  <PresentationFormat>On-screen Show (4:3)</PresentationFormat>
  <Paragraphs>55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Stock Market Analysis Dashboard</vt:lpstr>
      <vt:lpstr>Project Overview</vt:lpstr>
      <vt:lpstr>Data Collection &amp; Preprocessing</vt:lpstr>
      <vt:lpstr>Key Metrics &amp; KPIs</vt:lpstr>
      <vt:lpstr>Dashboard Layout Design</vt:lpstr>
      <vt:lpstr>Advanced Visuals &amp; Charts</vt:lpstr>
      <vt:lpstr>DAX Formulas &amp; Calculations</vt:lpstr>
      <vt:lpstr>Dashboard Preview</vt:lpstr>
      <vt:lpstr>Second Page</vt:lpstr>
      <vt:lpstr>Third Page</vt:lpstr>
      <vt:lpstr>Fourth Page</vt:lpstr>
      <vt:lpstr>Final Page</vt:lpstr>
      <vt:lpstr>Python API Script:</vt:lpstr>
      <vt:lpstr>Challenges &amp; Solutions</vt:lpstr>
      <vt:lpstr>Conclusion &amp; Future Scope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MADDIPATI UMESH CHANDRA-AM.EN.U4CSE20142</cp:lastModifiedBy>
  <cp:revision>3</cp:revision>
  <dcterms:created xsi:type="dcterms:W3CDTF">2013-01-27T09:14:16Z</dcterms:created>
  <dcterms:modified xsi:type="dcterms:W3CDTF">2025-03-23T23:55:16Z</dcterms:modified>
  <cp:category/>
</cp:coreProperties>
</file>